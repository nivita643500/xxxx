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sldIdLst>
    <p:sldId id="256" r:id="rId5"/>
    <p:sldId id="1853" r:id="rId6"/>
    <p:sldId id="2147483640" r:id="rId7"/>
    <p:sldId id="343" r:id="rId8"/>
    <p:sldId id="342" r:id="rId9"/>
    <p:sldId id="344" r:id="rId10"/>
    <p:sldId id="2147483637" r:id="rId11"/>
    <p:sldId id="2147483639" r:id="rId12"/>
    <p:sldId id="2147483636" r:id="rId13"/>
    <p:sldId id="2147483628" r:id="rId14"/>
    <p:sldId id="345" r:id="rId15"/>
    <p:sldId id="2147483635" r:id="rId16"/>
    <p:sldId id="2147483638" r:id="rId17"/>
    <p:sldId id="2147483629" r:id="rId18"/>
    <p:sldId id="214748364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4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D5779-2C04-4A57-A4C2-954DA3343E6D}" v="239" dt="2026-04-16T06:43:21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S Nivita (Intern - PED/Hosur/TVSMotor)" userId="f4174b44-4017-4b0a-97c3-95010046e561" providerId="ADAL" clId="{3AB13115-CA65-44D8-9E37-C01641AD8E47}"/>
    <pc:docChg chg="undo custSel addSld delSld modSld sldOrd modMainMaster">
      <pc:chgData name="S S Nivita (Intern - PED/Hosur/TVSMotor)" userId="f4174b44-4017-4b0a-97c3-95010046e561" providerId="ADAL" clId="{3AB13115-CA65-44D8-9E37-C01641AD8E47}" dt="2026-04-16T07:14:15.262" v="1249" actId="1035"/>
      <pc:docMkLst>
        <pc:docMk/>
      </pc:docMkLst>
      <pc:sldChg chg="modSp mod">
        <pc:chgData name="S S Nivita (Intern - PED/Hosur/TVSMotor)" userId="f4174b44-4017-4b0a-97c3-95010046e561" providerId="ADAL" clId="{3AB13115-CA65-44D8-9E37-C01641AD8E47}" dt="2026-04-15T11:58:56.690" v="0" actId="1076"/>
        <pc:sldMkLst>
          <pc:docMk/>
          <pc:sldMk cId="332963441" sldId="256"/>
        </pc:sldMkLst>
        <pc:spChg chg="mod">
          <ac:chgData name="S S Nivita (Intern - PED/Hosur/TVSMotor)" userId="f4174b44-4017-4b0a-97c3-95010046e561" providerId="ADAL" clId="{3AB13115-CA65-44D8-9E37-C01641AD8E47}" dt="2026-04-15T11:58:56.690" v="0" actId="1076"/>
          <ac:spMkLst>
            <pc:docMk/>
            <pc:sldMk cId="332963441" sldId="256"/>
            <ac:spMk id="3" creationId="{634EFD3A-1E28-0EB6-2907-46C379A2F724}"/>
          </ac:spMkLst>
        </pc:spChg>
      </pc:sldChg>
      <pc:sldChg chg="del">
        <pc:chgData name="S S Nivita (Intern - PED/Hosur/TVSMotor)" userId="f4174b44-4017-4b0a-97c3-95010046e561" providerId="ADAL" clId="{3AB13115-CA65-44D8-9E37-C01641AD8E47}" dt="2026-04-15T19:05:32.378" v="280" actId="47"/>
        <pc:sldMkLst>
          <pc:docMk/>
          <pc:sldMk cId="1275964482" sldId="258"/>
        </pc:sldMkLst>
      </pc:sldChg>
      <pc:sldChg chg="del">
        <pc:chgData name="S S Nivita (Intern - PED/Hosur/TVSMotor)" userId="f4174b44-4017-4b0a-97c3-95010046e561" providerId="ADAL" clId="{3AB13115-CA65-44D8-9E37-C01641AD8E47}" dt="2026-04-15T19:05:29.362" v="278" actId="47"/>
        <pc:sldMkLst>
          <pc:docMk/>
          <pc:sldMk cId="1189519343" sldId="273"/>
        </pc:sldMkLst>
      </pc:sldChg>
      <pc:sldChg chg="modSp del mod">
        <pc:chgData name="S S Nivita (Intern - PED/Hosur/TVSMotor)" userId="f4174b44-4017-4b0a-97c3-95010046e561" providerId="ADAL" clId="{3AB13115-CA65-44D8-9E37-C01641AD8E47}" dt="2026-04-16T03:42:07.397" v="458" actId="47"/>
        <pc:sldMkLst>
          <pc:docMk/>
          <pc:sldMk cId="2483316631" sldId="341"/>
        </pc:sldMkLst>
        <pc:spChg chg="mod">
          <ac:chgData name="S S Nivita (Intern - PED/Hosur/TVSMotor)" userId="f4174b44-4017-4b0a-97c3-95010046e561" providerId="ADAL" clId="{3AB13115-CA65-44D8-9E37-C01641AD8E47}" dt="2026-04-15T19:34:32.561" v="411" actId="207"/>
          <ac:spMkLst>
            <pc:docMk/>
            <pc:sldMk cId="2483316631" sldId="341"/>
            <ac:spMk id="7" creationId="{6CCD1E06-12D4-FC53-F716-06594BA93CD8}"/>
          </ac:spMkLst>
        </pc:spChg>
      </pc:sldChg>
      <pc:sldChg chg="modSp mod">
        <pc:chgData name="S S Nivita (Intern - PED/Hosur/TVSMotor)" userId="f4174b44-4017-4b0a-97c3-95010046e561" providerId="ADAL" clId="{3AB13115-CA65-44D8-9E37-C01641AD8E47}" dt="2026-04-16T04:40:20.505" v="872" actId="255"/>
        <pc:sldMkLst>
          <pc:docMk/>
          <pc:sldMk cId="2418541390" sldId="342"/>
        </pc:sldMkLst>
        <pc:spChg chg="mod">
          <ac:chgData name="S S Nivita (Intern - PED/Hosur/TVSMotor)" userId="f4174b44-4017-4b0a-97c3-95010046e561" providerId="ADAL" clId="{3AB13115-CA65-44D8-9E37-C01641AD8E47}" dt="2026-04-16T04:40:20.505" v="872" actId="255"/>
          <ac:spMkLst>
            <pc:docMk/>
            <pc:sldMk cId="2418541390" sldId="342"/>
            <ac:spMk id="2" creationId="{F8E8DC1E-7FB0-9C15-F0B9-43818A724C79}"/>
          </ac:spMkLst>
        </pc:spChg>
        <pc:spChg chg="mod">
          <ac:chgData name="S S Nivita (Intern - PED/Hosur/TVSMotor)" userId="f4174b44-4017-4b0a-97c3-95010046e561" providerId="ADAL" clId="{3AB13115-CA65-44D8-9E37-C01641AD8E47}" dt="2026-04-16T04:06:04.577" v="553" actId="20577"/>
          <ac:spMkLst>
            <pc:docMk/>
            <pc:sldMk cId="2418541390" sldId="342"/>
            <ac:spMk id="8" creationId="{FACEF59E-4DA0-A2D5-BD2A-9CCF37F22C79}"/>
          </ac:spMkLst>
        </pc:spChg>
        <pc:spChg chg="mod">
          <ac:chgData name="S S Nivita (Intern - PED/Hosur/TVSMotor)" userId="f4174b44-4017-4b0a-97c3-95010046e561" providerId="ADAL" clId="{3AB13115-CA65-44D8-9E37-C01641AD8E47}" dt="2026-04-16T04:06:25.194" v="567" actId="20577"/>
          <ac:spMkLst>
            <pc:docMk/>
            <pc:sldMk cId="2418541390" sldId="342"/>
            <ac:spMk id="10" creationId="{78B9796F-5584-3E2B-3B5C-1FC3E34155B6}"/>
          </ac:spMkLst>
        </pc:spChg>
      </pc:sldChg>
      <pc:sldChg chg="modSp mod">
        <pc:chgData name="S S Nivita (Intern - PED/Hosur/TVSMotor)" userId="f4174b44-4017-4b0a-97c3-95010046e561" providerId="ADAL" clId="{3AB13115-CA65-44D8-9E37-C01641AD8E47}" dt="2026-04-16T04:41:54.321" v="890" actId="20577"/>
        <pc:sldMkLst>
          <pc:docMk/>
          <pc:sldMk cId="1017046231" sldId="343"/>
        </pc:sldMkLst>
        <pc:spChg chg="mod">
          <ac:chgData name="S S Nivita (Intern - PED/Hosur/TVSMotor)" userId="f4174b44-4017-4b0a-97c3-95010046e561" providerId="ADAL" clId="{3AB13115-CA65-44D8-9E37-C01641AD8E47}" dt="2026-04-16T04:41:54.321" v="890" actId="20577"/>
          <ac:spMkLst>
            <pc:docMk/>
            <pc:sldMk cId="1017046231" sldId="343"/>
            <ac:spMk id="2" creationId="{03990448-5932-A0D3-B996-4DCC9BC0E129}"/>
          </ac:spMkLst>
        </pc:spChg>
        <pc:spChg chg="mod">
          <ac:chgData name="S S Nivita (Intern - PED/Hosur/TVSMotor)" userId="f4174b44-4017-4b0a-97c3-95010046e561" providerId="ADAL" clId="{3AB13115-CA65-44D8-9E37-C01641AD8E47}" dt="2026-04-16T04:04:43.216" v="543" actId="20577"/>
          <ac:spMkLst>
            <pc:docMk/>
            <pc:sldMk cId="1017046231" sldId="343"/>
            <ac:spMk id="6" creationId="{30E4331D-1BA5-5D4C-DA89-5D602FE2BEEF}"/>
          </ac:spMkLst>
        </pc:spChg>
        <pc:spChg chg="mod">
          <ac:chgData name="S S Nivita (Intern - PED/Hosur/TVSMotor)" userId="f4174b44-4017-4b0a-97c3-95010046e561" providerId="ADAL" clId="{3AB13115-CA65-44D8-9E37-C01641AD8E47}" dt="2026-04-16T04:05:05.298" v="544" actId="313"/>
          <ac:spMkLst>
            <pc:docMk/>
            <pc:sldMk cId="1017046231" sldId="343"/>
            <ac:spMk id="7" creationId="{275F26DA-87D7-A696-8F40-1332D4D560BE}"/>
          </ac:spMkLst>
        </pc:spChg>
      </pc:sldChg>
      <pc:sldChg chg="modSp mod">
        <pc:chgData name="S S Nivita (Intern - PED/Hosur/TVSMotor)" userId="f4174b44-4017-4b0a-97c3-95010046e561" providerId="ADAL" clId="{3AB13115-CA65-44D8-9E37-C01641AD8E47}" dt="2026-04-16T04:40:28.269" v="874" actId="27636"/>
        <pc:sldMkLst>
          <pc:docMk/>
          <pc:sldMk cId="3371548863" sldId="344"/>
        </pc:sldMkLst>
        <pc:spChg chg="mod">
          <ac:chgData name="S S Nivita (Intern - PED/Hosur/TVSMotor)" userId="f4174b44-4017-4b0a-97c3-95010046e561" providerId="ADAL" clId="{3AB13115-CA65-44D8-9E37-C01641AD8E47}" dt="2026-04-16T04:40:28.269" v="874" actId="27636"/>
          <ac:spMkLst>
            <pc:docMk/>
            <pc:sldMk cId="3371548863" sldId="344"/>
            <ac:spMk id="2" creationId="{8815342C-68C7-8849-30DE-B4FDD62C4444}"/>
          </ac:spMkLst>
        </pc:spChg>
        <pc:spChg chg="mod">
          <ac:chgData name="S S Nivita (Intern - PED/Hosur/TVSMotor)" userId="f4174b44-4017-4b0a-97c3-95010046e561" providerId="ADAL" clId="{3AB13115-CA65-44D8-9E37-C01641AD8E47}" dt="2026-04-16T04:07:26.139" v="572" actId="14100"/>
          <ac:spMkLst>
            <pc:docMk/>
            <pc:sldMk cId="3371548863" sldId="344"/>
            <ac:spMk id="5" creationId="{68AF4891-7625-B587-EA24-C1BE8B7C1358}"/>
          </ac:spMkLst>
        </pc:spChg>
      </pc:sldChg>
      <pc:sldChg chg="modSp mod">
        <pc:chgData name="S S Nivita (Intern - PED/Hosur/TVSMotor)" userId="f4174b44-4017-4b0a-97c3-95010046e561" providerId="ADAL" clId="{3AB13115-CA65-44D8-9E37-C01641AD8E47}" dt="2026-04-16T04:41:23.054" v="878" actId="255"/>
        <pc:sldMkLst>
          <pc:docMk/>
          <pc:sldMk cId="2112892005" sldId="345"/>
        </pc:sldMkLst>
        <pc:spChg chg="mod">
          <ac:chgData name="S S Nivita (Intern - PED/Hosur/TVSMotor)" userId="f4174b44-4017-4b0a-97c3-95010046e561" providerId="ADAL" clId="{3AB13115-CA65-44D8-9E37-C01641AD8E47}" dt="2026-04-16T04:41:23.054" v="878" actId="255"/>
          <ac:spMkLst>
            <pc:docMk/>
            <pc:sldMk cId="2112892005" sldId="345"/>
            <ac:spMk id="2" creationId="{955DE956-F362-EE9A-0B15-5197F73E47EE}"/>
          </ac:spMkLst>
        </pc:spChg>
        <pc:spChg chg="mod">
          <ac:chgData name="S S Nivita (Intern - PED/Hosur/TVSMotor)" userId="f4174b44-4017-4b0a-97c3-95010046e561" providerId="ADAL" clId="{3AB13115-CA65-44D8-9E37-C01641AD8E47}" dt="2026-04-16T04:09:19.364" v="611" actId="12"/>
          <ac:spMkLst>
            <pc:docMk/>
            <pc:sldMk cId="2112892005" sldId="345"/>
            <ac:spMk id="16" creationId="{B49A31B3-9596-4BD7-9DB0-864B08DF8E25}"/>
          </ac:spMkLst>
        </pc:spChg>
        <pc:spChg chg="mod">
          <ac:chgData name="S S Nivita (Intern - PED/Hosur/TVSMotor)" userId="f4174b44-4017-4b0a-97c3-95010046e561" providerId="ADAL" clId="{3AB13115-CA65-44D8-9E37-C01641AD8E47}" dt="2026-04-16T04:09:06.857" v="610" actId="113"/>
          <ac:spMkLst>
            <pc:docMk/>
            <pc:sldMk cId="2112892005" sldId="345"/>
            <ac:spMk id="28" creationId="{D04DB0B6-6F72-460B-42B2-85B2D474310E}"/>
          </ac:spMkLst>
        </pc:spChg>
        <pc:spChg chg="mod">
          <ac:chgData name="S S Nivita (Intern - PED/Hosur/TVSMotor)" userId="f4174b44-4017-4b0a-97c3-95010046e561" providerId="ADAL" clId="{3AB13115-CA65-44D8-9E37-C01641AD8E47}" dt="2026-04-15T19:09:14.363" v="334" actId="20577"/>
          <ac:spMkLst>
            <pc:docMk/>
            <pc:sldMk cId="2112892005" sldId="345"/>
            <ac:spMk id="30" creationId="{1A24D379-0139-D36C-6F81-910D8A9F67E9}"/>
          </ac:spMkLst>
        </pc:spChg>
      </pc:sldChg>
      <pc:sldChg chg="del">
        <pc:chgData name="S S Nivita (Intern - PED/Hosur/TVSMotor)" userId="f4174b44-4017-4b0a-97c3-95010046e561" providerId="ADAL" clId="{3AB13115-CA65-44D8-9E37-C01641AD8E47}" dt="2026-04-15T19:05:38.095" v="285" actId="47"/>
        <pc:sldMkLst>
          <pc:docMk/>
          <pc:sldMk cId="1293921902" sldId="346"/>
        </pc:sldMkLst>
      </pc:sldChg>
      <pc:sldChg chg="del">
        <pc:chgData name="S S Nivita (Intern - PED/Hosur/TVSMotor)" userId="f4174b44-4017-4b0a-97c3-95010046e561" providerId="ADAL" clId="{3AB13115-CA65-44D8-9E37-C01641AD8E47}" dt="2026-04-15T19:05:33.291" v="281" actId="47"/>
        <pc:sldMkLst>
          <pc:docMk/>
          <pc:sldMk cId="2110620186" sldId="347"/>
        </pc:sldMkLst>
      </pc:sldChg>
      <pc:sldChg chg="del">
        <pc:chgData name="S S Nivita (Intern - PED/Hosur/TVSMotor)" userId="f4174b44-4017-4b0a-97c3-95010046e561" providerId="ADAL" clId="{3AB13115-CA65-44D8-9E37-C01641AD8E47}" dt="2026-04-15T19:05:34.155" v="282" actId="47"/>
        <pc:sldMkLst>
          <pc:docMk/>
          <pc:sldMk cId="4263181428" sldId="348"/>
        </pc:sldMkLst>
      </pc:sldChg>
      <pc:sldChg chg="del">
        <pc:chgData name="S S Nivita (Intern - PED/Hosur/TVSMotor)" userId="f4174b44-4017-4b0a-97c3-95010046e561" providerId="ADAL" clId="{3AB13115-CA65-44D8-9E37-C01641AD8E47}" dt="2026-04-15T19:05:35.021" v="283" actId="47"/>
        <pc:sldMkLst>
          <pc:docMk/>
          <pc:sldMk cId="1913313705" sldId="349"/>
        </pc:sldMkLst>
      </pc:sldChg>
      <pc:sldChg chg="del">
        <pc:chgData name="S S Nivita (Intern - PED/Hosur/TVSMotor)" userId="f4174b44-4017-4b0a-97c3-95010046e561" providerId="ADAL" clId="{3AB13115-CA65-44D8-9E37-C01641AD8E47}" dt="2026-04-15T19:05:40.287" v="287" actId="47"/>
        <pc:sldMkLst>
          <pc:docMk/>
          <pc:sldMk cId="1716385741" sldId="350"/>
        </pc:sldMkLst>
      </pc:sldChg>
      <pc:sldChg chg="del">
        <pc:chgData name="S S Nivita (Intern - PED/Hosur/TVSMotor)" userId="f4174b44-4017-4b0a-97c3-95010046e561" providerId="ADAL" clId="{3AB13115-CA65-44D8-9E37-C01641AD8E47}" dt="2026-04-15T19:05:41.109" v="288" actId="47"/>
        <pc:sldMkLst>
          <pc:docMk/>
          <pc:sldMk cId="1174949613" sldId="351"/>
        </pc:sldMkLst>
      </pc:sldChg>
      <pc:sldChg chg="del">
        <pc:chgData name="S S Nivita (Intern - PED/Hosur/TVSMotor)" userId="f4174b44-4017-4b0a-97c3-95010046e561" providerId="ADAL" clId="{3AB13115-CA65-44D8-9E37-C01641AD8E47}" dt="2026-04-15T19:05:41.868" v="289" actId="47"/>
        <pc:sldMkLst>
          <pc:docMk/>
          <pc:sldMk cId="404979800" sldId="352"/>
        </pc:sldMkLst>
      </pc:sldChg>
      <pc:sldChg chg="del">
        <pc:chgData name="S S Nivita (Intern - PED/Hosur/TVSMotor)" userId="f4174b44-4017-4b0a-97c3-95010046e561" providerId="ADAL" clId="{3AB13115-CA65-44D8-9E37-C01641AD8E47}" dt="2026-04-15T19:05:42.663" v="290" actId="47"/>
        <pc:sldMkLst>
          <pc:docMk/>
          <pc:sldMk cId="595387723" sldId="353"/>
        </pc:sldMkLst>
      </pc:sldChg>
      <pc:sldChg chg="del">
        <pc:chgData name="S S Nivita (Intern - PED/Hosur/TVSMotor)" userId="f4174b44-4017-4b0a-97c3-95010046e561" providerId="ADAL" clId="{3AB13115-CA65-44D8-9E37-C01641AD8E47}" dt="2026-04-15T19:05:43.435" v="291" actId="47"/>
        <pc:sldMkLst>
          <pc:docMk/>
          <pc:sldMk cId="552786317" sldId="354"/>
        </pc:sldMkLst>
      </pc:sldChg>
      <pc:sldChg chg="del">
        <pc:chgData name="S S Nivita (Intern - PED/Hosur/TVSMotor)" userId="f4174b44-4017-4b0a-97c3-95010046e561" providerId="ADAL" clId="{3AB13115-CA65-44D8-9E37-C01641AD8E47}" dt="2026-04-15T19:05:44.243" v="292" actId="47"/>
        <pc:sldMkLst>
          <pc:docMk/>
          <pc:sldMk cId="3514738457" sldId="355"/>
        </pc:sldMkLst>
      </pc:sldChg>
      <pc:sldChg chg="modSp add mod">
        <pc:chgData name="S S Nivita (Intern - PED/Hosur/TVSMotor)" userId="f4174b44-4017-4b0a-97c3-95010046e561" providerId="ADAL" clId="{3AB13115-CA65-44D8-9E37-C01641AD8E47}" dt="2026-04-16T03:40:15.163" v="439" actId="14734"/>
        <pc:sldMkLst>
          <pc:docMk/>
          <pc:sldMk cId="2132753834" sldId="1853"/>
        </pc:sldMkLst>
        <pc:graphicFrameChg chg="modGraphic">
          <ac:chgData name="S S Nivita (Intern - PED/Hosur/TVSMotor)" userId="f4174b44-4017-4b0a-97c3-95010046e561" providerId="ADAL" clId="{3AB13115-CA65-44D8-9E37-C01641AD8E47}" dt="2026-04-16T03:40:15.163" v="439" actId="14734"/>
          <ac:graphicFrameMkLst>
            <pc:docMk/>
            <pc:sldMk cId="2132753834" sldId="1853"/>
            <ac:graphicFrameMk id="8" creationId="{C2AEF782-6111-FD83-40EF-CD722F2BA4A9}"/>
          </ac:graphicFrameMkLst>
        </pc:graphicFrameChg>
      </pc:sldChg>
      <pc:sldChg chg="modSp mod">
        <pc:chgData name="S S Nivita (Intern - PED/Hosur/TVSMotor)" userId="f4174b44-4017-4b0a-97c3-95010046e561" providerId="ADAL" clId="{3AB13115-CA65-44D8-9E37-C01641AD8E47}" dt="2026-04-16T04:10:31.362" v="636" actId="20577"/>
        <pc:sldMkLst>
          <pc:docMk/>
          <pc:sldMk cId="63026566" sldId="2147483629"/>
        </pc:sldMkLst>
        <pc:spChg chg="mod">
          <ac:chgData name="S S Nivita (Intern - PED/Hosur/TVSMotor)" userId="f4174b44-4017-4b0a-97c3-95010046e561" providerId="ADAL" clId="{3AB13115-CA65-44D8-9E37-C01641AD8E47}" dt="2026-04-16T04:10:31.362" v="636" actId="20577"/>
          <ac:spMkLst>
            <pc:docMk/>
            <pc:sldMk cId="63026566" sldId="2147483629"/>
            <ac:spMk id="2" creationId="{55F74830-0422-A35E-71D4-6E812716388F}"/>
          </ac:spMkLst>
        </pc:spChg>
      </pc:sldChg>
      <pc:sldChg chg="del">
        <pc:chgData name="S S Nivita (Intern - PED/Hosur/TVSMotor)" userId="f4174b44-4017-4b0a-97c3-95010046e561" providerId="ADAL" clId="{3AB13115-CA65-44D8-9E37-C01641AD8E47}" dt="2026-04-15T19:05:28.312" v="277" actId="47"/>
        <pc:sldMkLst>
          <pc:docMk/>
          <pc:sldMk cId="2388497148" sldId="2147483631"/>
        </pc:sldMkLst>
      </pc:sldChg>
      <pc:sldChg chg="del">
        <pc:chgData name="S S Nivita (Intern - PED/Hosur/TVSMotor)" userId="f4174b44-4017-4b0a-97c3-95010046e561" providerId="ADAL" clId="{3AB13115-CA65-44D8-9E37-C01641AD8E47}" dt="2026-04-15T19:05:31.007" v="279" actId="47"/>
        <pc:sldMkLst>
          <pc:docMk/>
          <pc:sldMk cId="1620625590" sldId="2147483632"/>
        </pc:sldMkLst>
      </pc:sldChg>
      <pc:sldChg chg="del">
        <pc:chgData name="S S Nivita (Intern - PED/Hosur/TVSMotor)" userId="f4174b44-4017-4b0a-97c3-95010046e561" providerId="ADAL" clId="{3AB13115-CA65-44D8-9E37-C01641AD8E47}" dt="2026-04-15T19:05:36.019" v="284" actId="47"/>
        <pc:sldMkLst>
          <pc:docMk/>
          <pc:sldMk cId="2789768045" sldId="2147483633"/>
        </pc:sldMkLst>
      </pc:sldChg>
      <pc:sldChg chg="del">
        <pc:chgData name="S S Nivita (Intern - PED/Hosur/TVSMotor)" userId="f4174b44-4017-4b0a-97c3-95010046e561" providerId="ADAL" clId="{3AB13115-CA65-44D8-9E37-C01641AD8E47}" dt="2026-04-15T19:05:39.225" v="286" actId="47"/>
        <pc:sldMkLst>
          <pc:docMk/>
          <pc:sldMk cId="571043906" sldId="2147483634"/>
        </pc:sldMkLst>
      </pc:sldChg>
      <pc:sldChg chg="ord">
        <pc:chgData name="S S Nivita (Intern - PED/Hosur/TVSMotor)" userId="f4174b44-4017-4b0a-97c3-95010046e561" providerId="ADAL" clId="{3AB13115-CA65-44D8-9E37-C01641AD8E47}" dt="2026-04-15T19:00:10.651" v="109"/>
        <pc:sldMkLst>
          <pc:docMk/>
          <pc:sldMk cId="332415124" sldId="2147483635"/>
        </pc:sldMkLst>
      </pc:sldChg>
      <pc:sldChg chg="modSp mod ord">
        <pc:chgData name="S S Nivita (Intern - PED/Hosur/TVSMotor)" userId="f4174b44-4017-4b0a-97c3-95010046e561" providerId="ADAL" clId="{3AB13115-CA65-44D8-9E37-C01641AD8E47}" dt="2026-04-16T04:41:04.969" v="877" actId="1076"/>
        <pc:sldMkLst>
          <pc:docMk/>
          <pc:sldMk cId="2964945042" sldId="2147483636"/>
        </pc:sldMkLst>
        <pc:spChg chg="mod">
          <ac:chgData name="S S Nivita (Intern - PED/Hosur/TVSMotor)" userId="f4174b44-4017-4b0a-97c3-95010046e561" providerId="ADAL" clId="{3AB13115-CA65-44D8-9E37-C01641AD8E47}" dt="2026-04-16T04:41:04.969" v="877" actId="1076"/>
          <ac:spMkLst>
            <pc:docMk/>
            <pc:sldMk cId="2964945042" sldId="2147483636"/>
            <ac:spMk id="2" creationId="{266AD8E3-EC3B-E0CB-3132-ACF85E979AFB}"/>
          </ac:spMkLst>
        </pc:spChg>
        <pc:spChg chg="mod">
          <ac:chgData name="S S Nivita (Intern - PED/Hosur/TVSMotor)" userId="f4174b44-4017-4b0a-97c3-95010046e561" providerId="ADAL" clId="{3AB13115-CA65-44D8-9E37-C01641AD8E47}" dt="2026-04-16T04:13:01.869" v="655" actId="20577"/>
          <ac:spMkLst>
            <pc:docMk/>
            <pc:sldMk cId="2964945042" sldId="2147483636"/>
            <ac:spMk id="5" creationId="{1A27F6D9-E49E-4296-804C-AF8475940E36}"/>
          </ac:spMkLst>
        </pc:spChg>
        <pc:spChg chg="mod">
          <ac:chgData name="S S Nivita (Intern - PED/Hosur/TVSMotor)" userId="f4174b44-4017-4b0a-97c3-95010046e561" providerId="ADAL" clId="{3AB13115-CA65-44D8-9E37-C01641AD8E47}" dt="2026-04-15T19:18:34.393" v="388" actId="14100"/>
          <ac:spMkLst>
            <pc:docMk/>
            <pc:sldMk cId="2964945042" sldId="2147483636"/>
            <ac:spMk id="10" creationId="{C931BF06-35A6-1C26-DC51-5F652B1B959B}"/>
          </ac:spMkLst>
        </pc:spChg>
      </pc:sldChg>
      <pc:sldChg chg="addSp delSp modSp mod ord">
        <pc:chgData name="S S Nivita (Intern - PED/Hosur/TVSMotor)" userId="f4174b44-4017-4b0a-97c3-95010046e561" providerId="ADAL" clId="{3AB13115-CA65-44D8-9E37-C01641AD8E47}" dt="2026-04-16T07:14:15.262" v="1249" actId="1035"/>
        <pc:sldMkLst>
          <pc:docMk/>
          <pc:sldMk cId="1907572237" sldId="2147483637"/>
        </pc:sldMkLst>
        <pc:spChg chg="mod">
          <ac:chgData name="S S Nivita (Intern - PED/Hosur/TVSMotor)" userId="f4174b44-4017-4b0a-97c3-95010046e561" providerId="ADAL" clId="{3AB13115-CA65-44D8-9E37-C01641AD8E47}" dt="2026-04-16T04:07:49.404" v="581" actId="20577"/>
          <ac:spMkLst>
            <pc:docMk/>
            <pc:sldMk cId="1907572237" sldId="2147483637"/>
            <ac:spMk id="2" creationId="{1E20D32D-78BD-6CD2-3966-55D9C27F36D8}"/>
          </ac:spMkLst>
        </pc:spChg>
        <pc:spChg chg="add mod">
          <ac:chgData name="S S Nivita (Intern - PED/Hosur/TVSMotor)" userId="f4174b44-4017-4b0a-97c3-95010046e561" providerId="ADAL" clId="{3AB13115-CA65-44D8-9E37-C01641AD8E47}" dt="2026-04-16T07:13:10.469" v="1235" actId="2085"/>
          <ac:spMkLst>
            <pc:docMk/>
            <pc:sldMk cId="1907572237" sldId="2147483637"/>
            <ac:spMk id="3" creationId="{751AF555-BFF1-8607-23D4-64AD3EDFE280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18:56.563" v="962" actId="1076"/>
          <ac:spMkLst>
            <pc:docMk/>
            <pc:sldMk cId="1907572237" sldId="2147483637"/>
            <ac:spMk id="8" creationId="{0E74F594-F040-E48E-24FF-C510A32B7533}"/>
          </ac:spMkLst>
        </pc:spChg>
        <pc:spChg chg="add del">
          <ac:chgData name="S S Nivita (Intern - PED/Hosur/TVSMotor)" userId="f4174b44-4017-4b0a-97c3-95010046e561" providerId="ADAL" clId="{3AB13115-CA65-44D8-9E37-C01641AD8E47}" dt="2026-04-16T05:13:59.534" v="906" actId="478"/>
          <ac:spMkLst>
            <pc:docMk/>
            <pc:sldMk cId="1907572237" sldId="2147483637"/>
            <ac:spMk id="9" creationId="{CA51F7F6-70E6-6565-E7D1-0C52A2F312F0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18:28.478" v="958" actId="1076"/>
          <ac:spMkLst>
            <pc:docMk/>
            <pc:sldMk cId="1907572237" sldId="2147483637"/>
            <ac:spMk id="10" creationId="{8D34530C-AD46-7CB1-5709-62F2D64242BA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18:47.440" v="961" actId="1076"/>
          <ac:spMkLst>
            <pc:docMk/>
            <pc:sldMk cId="1907572237" sldId="2147483637"/>
            <ac:spMk id="11" creationId="{70CDBB81-BBA4-0CB5-8560-2CD2FE8CF9CE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19:13.477" v="970" actId="1038"/>
          <ac:spMkLst>
            <pc:docMk/>
            <pc:sldMk cId="1907572237" sldId="2147483637"/>
            <ac:spMk id="13" creationId="{CFE52C5F-9433-980F-5471-55A01BC9854D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19:20.285" v="984" actId="1038"/>
          <ac:spMkLst>
            <pc:docMk/>
            <pc:sldMk cId="1907572237" sldId="2147483637"/>
            <ac:spMk id="15" creationId="{24CFF86E-F22F-F7D9-DFF7-D9E629F9F814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21:00.317" v="987" actId="2085"/>
          <ac:spMkLst>
            <pc:docMk/>
            <pc:sldMk cId="1907572237" sldId="2147483637"/>
            <ac:spMk id="16" creationId="{794FC126-CE16-33FB-B8D4-82697AC77A75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27:45.351" v="1043" actId="1076"/>
          <ac:spMkLst>
            <pc:docMk/>
            <pc:sldMk cId="1907572237" sldId="2147483637"/>
            <ac:spMk id="19" creationId="{DAC89C37-8E0E-FF3E-89DF-B1EA21CA9439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32:17.082" v="1167" actId="1035"/>
          <ac:spMkLst>
            <pc:docMk/>
            <pc:sldMk cId="1907572237" sldId="2147483637"/>
            <ac:spMk id="28" creationId="{FA64D33A-2019-110E-3596-0CB1F2D03D4F}"/>
          </ac:spMkLst>
        </pc:spChg>
        <pc:picChg chg="add del mod">
          <ac:chgData name="S S Nivita (Intern - PED/Hosur/TVSMotor)" userId="f4174b44-4017-4b0a-97c3-95010046e561" providerId="ADAL" clId="{3AB13115-CA65-44D8-9E37-C01641AD8E47}" dt="2026-04-16T05:12:18.303" v="891" actId="478"/>
          <ac:picMkLst>
            <pc:docMk/>
            <pc:sldMk cId="1907572237" sldId="2147483637"/>
            <ac:picMk id="5" creationId="{B6D0BDD7-072B-B294-F5AA-0D2D3F751F97}"/>
          </ac:picMkLst>
        </pc:picChg>
        <pc:picChg chg="add mod">
          <ac:chgData name="S S Nivita (Intern - PED/Hosur/TVSMotor)" userId="f4174b44-4017-4b0a-97c3-95010046e561" providerId="ADAL" clId="{3AB13115-CA65-44D8-9E37-C01641AD8E47}" dt="2026-04-16T05:19:05.177" v="966" actId="1076"/>
          <ac:picMkLst>
            <pc:docMk/>
            <pc:sldMk cId="1907572237" sldId="2147483637"/>
            <ac:picMk id="6" creationId="{9508CEE3-DC74-C0AD-BCFB-AEEBF8E7E210}"/>
          </ac:picMkLst>
        </pc:picChg>
        <pc:picChg chg="del">
          <ac:chgData name="S S Nivita (Intern - PED/Hosur/TVSMotor)" userId="f4174b44-4017-4b0a-97c3-95010046e561" providerId="ADAL" clId="{3AB13115-CA65-44D8-9E37-C01641AD8E47}" dt="2026-04-15T19:17:25.070" v="376" actId="478"/>
          <ac:picMkLst>
            <pc:docMk/>
            <pc:sldMk cId="1907572237" sldId="2147483637"/>
            <ac:picMk id="6" creationId="{958D1AE0-8FE5-12C2-2D2E-747C78B19F1D}"/>
          </ac:picMkLst>
        </pc:picChg>
        <pc:picChg chg="add mod">
          <ac:chgData name="S S Nivita (Intern - PED/Hosur/TVSMotor)" userId="f4174b44-4017-4b0a-97c3-95010046e561" providerId="ADAL" clId="{3AB13115-CA65-44D8-9E37-C01641AD8E47}" dt="2026-04-16T06:47:14.650" v="1177" actId="1076"/>
          <ac:picMkLst>
            <pc:docMk/>
            <pc:sldMk cId="1907572237" sldId="2147483637"/>
            <ac:picMk id="18" creationId="{87A1011D-43CB-662B-5C54-3144E3DC1A6B}"/>
          </ac:picMkLst>
        </pc:picChg>
        <pc:picChg chg="add mod">
          <ac:chgData name="S S Nivita (Intern - PED/Hosur/TVSMotor)" userId="f4174b44-4017-4b0a-97c3-95010046e561" providerId="ADAL" clId="{3AB13115-CA65-44D8-9E37-C01641AD8E47}" dt="2026-04-16T07:09:53.516" v="1179" actId="1076"/>
          <ac:picMkLst>
            <pc:docMk/>
            <pc:sldMk cId="1907572237" sldId="2147483637"/>
            <ac:picMk id="21" creationId="{37110E66-3F34-5E90-A9C6-57C5EA79482E}"/>
          </ac:picMkLst>
        </pc:picChg>
        <pc:picChg chg="add del mod">
          <ac:chgData name="S S Nivita (Intern - PED/Hosur/TVSMotor)" userId="f4174b44-4017-4b0a-97c3-95010046e561" providerId="ADAL" clId="{3AB13115-CA65-44D8-9E37-C01641AD8E47}" dt="2026-04-16T07:10:12.653" v="1184" actId="1076"/>
          <ac:picMkLst>
            <pc:docMk/>
            <pc:sldMk cId="1907572237" sldId="2147483637"/>
            <ac:picMk id="23" creationId="{030390B5-F1D8-FD2C-B1BF-85634FF4CADC}"/>
          </ac:picMkLst>
        </pc:picChg>
        <pc:picChg chg="add del mod">
          <ac:chgData name="S S Nivita (Intern - PED/Hosur/TVSMotor)" userId="f4174b44-4017-4b0a-97c3-95010046e561" providerId="ADAL" clId="{3AB13115-CA65-44D8-9E37-C01641AD8E47}" dt="2026-04-16T07:10:20.372" v="1185" actId="478"/>
          <ac:picMkLst>
            <pc:docMk/>
            <pc:sldMk cId="1907572237" sldId="2147483637"/>
            <ac:picMk id="25" creationId="{D5DC8A6C-2F22-FBCE-D81C-7FC52CD46A1F}"/>
          </ac:picMkLst>
        </pc:picChg>
        <pc:picChg chg="add mod ord">
          <ac:chgData name="S S Nivita (Intern - PED/Hosur/TVSMotor)" userId="f4174b44-4017-4b0a-97c3-95010046e561" providerId="ADAL" clId="{3AB13115-CA65-44D8-9E37-C01641AD8E47}" dt="2026-04-16T07:13:47.950" v="1242" actId="1076"/>
          <ac:picMkLst>
            <pc:docMk/>
            <pc:sldMk cId="1907572237" sldId="2147483637"/>
            <ac:picMk id="27" creationId="{6CF384B3-0E47-6B2E-2C5A-4C846EFD4BF1}"/>
          </ac:picMkLst>
        </pc:picChg>
        <pc:cxnChg chg="add mod">
          <ac:chgData name="S S Nivita (Intern - PED/Hosur/TVSMotor)" userId="f4174b44-4017-4b0a-97c3-95010046e561" providerId="ADAL" clId="{3AB13115-CA65-44D8-9E37-C01641AD8E47}" dt="2026-04-16T07:14:15.262" v="1249" actId="1035"/>
          <ac:cxnSpMkLst>
            <pc:docMk/>
            <pc:sldMk cId="1907572237" sldId="2147483637"/>
            <ac:cxnSpMk id="9" creationId="{E4B615E5-621C-06AB-718E-587D1A63C4CC}"/>
          </ac:cxnSpMkLst>
        </pc:cxnChg>
      </pc:sldChg>
      <pc:sldChg chg="addSp delSp modSp add mod ord">
        <pc:chgData name="S S Nivita (Intern - PED/Hosur/TVSMotor)" userId="f4174b44-4017-4b0a-97c3-95010046e561" providerId="ADAL" clId="{3AB13115-CA65-44D8-9E37-C01641AD8E47}" dt="2026-04-16T06:43:21.626" v="1175" actId="1076"/>
        <pc:sldMkLst>
          <pc:docMk/>
          <pc:sldMk cId="2642656447" sldId="2147483638"/>
        </pc:sldMkLst>
        <pc:spChg chg="mod">
          <ac:chgData name="S S Nivita (Intern - PED/Hosur/TVSMotor)" userId="f4174b44-4017-4b0a-97c3-95010046e561" providerId="ADAL" clId="{3AB13115-CA65-44D8-9E37-C01641AD8E47}" dt="2026-04-16T04:41:40.452" v="880" actId="1076"/>
          <ac:spMkLst>
            <pc:docMk/>
            <pc:sldMk cId="2642656447" sldId="2147483638"/>
            <ac:spMk id="2" creationId="{6E63D804-DB7D-7BCA-9B53-8124F3F81F66}"/>
          </ac:spMkLst>
        </pc:spChg>
        <pc:spChg chg="add mod">
          <ac:chgData name="S S Nivita (Intern - PED/Hosur/TVSMotor)" userId="f4174b44-4017-4b0a-97c3-95010046e561" providerId="ADAL" clId="{3AB13115-CA65-44D8-9E37-C01641AD8E47}" dt="2026-04-16T05:47:07.294" v="1171" actId="1076"/>
          <ac:spMkLst>
            <pc:docMk/>
            <pc:sldMk cId="2642656447" sldId="2147483638"/>
            <ac:spMk id="3" creationId="{3B28298F-84EF-1DA4-7E5D-63073E86D88E}"/>
          </ac:spMkLst>
        </pc:spChg>
        <pc:spChg chg="add mod">
          <ac:chgData name="S S Nivita (Intern - PED/Hosur/TVSMotor)" userId="f4174b44-4017-4b0a-97c3-95010046e561" providerId="ADAL" clId="{3AB13115-CA65-44D8-9E37-C01641AD8E47}" dt="2026-04-16T06:43:21.626" v="1175" actId="1076"/>
          <ac:spMkLst>
            <pc:docMk/>
            <pc:sldMk cId="2642656447" sldId="2147483638"/>
            <ac:spMk id="5" creationId="{3585FFE3-BC4F-EEBB-6BFF-DA3D32A15995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7:10:56.450" v="27"/>
          <ac:spMkLst>
            <pc:docMk/>
            <pc:sldMk cId="2642656447" sldId="2147483638"/>
            <ac:spMk id="6" creationId="{54D87F04-092A-35D2-7882-47DA8BAFCC67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7:11:09.043" v="28" actId="478"/>
          <ac:spMkLst>
            <pc:docMk/>
            <pc:sldMk cId="2642656447" sldId="2147483638"/>
            <ac:spMk id="7" creationId="{70E2C768-21C2-7C10-031D-2DAA77A43341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7:11:12.271" v="29" actId="478"/>
          <ac:spMkLst>
            <pc:docMk/>
            <pc:sldMk cId="2642656447" sldId="2147483638"/>
            <ac:spMk id="8" creationId="{02FDE15A-A629-2751-270E-4687DDC058F8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4:26.424" v="276" actId="207"/>
          <ac:spMkLst>
            <pc:docMk/>
            <pc:sldMk cId="2642656447" sldId="2147483638"/>
            <ac:spMk id="9" creationId="{387DCA49-DB06-4982-CBEE-2D8336214167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8:49:09.847" v="50" actId="478"/>
          <ac:spMkLst>
            <pc:docMk/>
            <pc:sldMk cId="2642656447" sldId="2147483638"/>
            <ac:spMk id="10" creationId="{5530BDD4-4B00-1DAC-58DB-77340B7BF6E2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11" creationId="{BCECC150-8F03-0380-E768-2B07F7E3949C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8:51:36.453" v="59"/>
          <ac:spMkLst>
            <pc:docMk/>
            <pc:sldMk cId="2642656447" sldId="2147483638"/>
            <ac:spMk id="13" creationId="{68890480-9E9A-D8EB-2C89-CCF5D562FC96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14" creationId="{2A9CDACA-02AF-9003-71BD-6EAC84EADE94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15" creationId="{3B4A80A9-3835-7643-889D-7A535844697B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16" creationId="{3D7437BD-842B-0186-CA11-BB17FACFA703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17" creationId="{6C495BB0-C822-AA76-A8D8-34ACF04826B1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8:54:33.531" v="79"/>
          <ac:spMkLst>
            <pc:docMk/>
            <pc:sldMk cId="2642656447" sldId="2147483638"/>
            <ac:spMk id="19" creationId="{6DC630D5-1C3C-3FFD-63A9-F85841C72795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4:08.811" v="274" actId="1076"/>
          <ac:spMkLst>
            <pc:docMk/>
            <pc:sldMk cId="2642656447" sldId="2147483638"/>
            <ac:spMk id="20" creationId="{AE614CA9-A992-A834-B342-DD65168B854F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21" creationId="{C037165B-BEF5-7604-1276-061BBA1F1CC3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4:18.093" v="275" actId="207"/>
          <ac:spMkLst>
            <pc:docMk/>
            <pc:sldMk cId="2642656447" sldId="2147483638"/>
            <ac:spMk id="22" creationId="{D779BE7F-2FD3-8EA9-1FD0-5BB12B04B33E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32.466" v="224" actId="1076"/>
          <ac:spMkLst>
            <pc:docMk/>
            <pc:sldMk cId="2642656447" sldId="2147483638"/>
            <ac:spMk id="24" creationId="{CC6ADB5F-F388-5C11-9355-BFF7ED3D3E2C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25" creationId="{79FEB48F-B6C2-E410-B720-892DF63C1912}"/>
          </ac:spMkLst>
        </pc:spChg>
        <pc:spChg chg="add mod">
          <ac:chgData name="S S Nivita (Intern - PED/Hosur/TVSMotor)" userId="f4174b44-4017-4b0a-97c3-95010046e561" providerId="ADAL" clId="{3AB13115-CA65-44D8-9E37-C01641AD8E47}" dt="2026-04-15T19:02:05.879" v="177" actId="1037"/>
          <ac:spMkLst>
            <pc:docMk/>
            <pc:sldMk cId="2642656447" sldId="2147483638"/>
            <ac:spMk id="26" creationId="{05B4A233-A047-662A-C7DC-C849787A5519}"/>
          </ac:spMkLst>
        </pc:spChg>
        <pc:spChg chg="add del mod">
          <ac:chgData name="S S Nivita (Intern - PED/Hosur/TVSMotor)" userId="f4174b44-4017-4b0a-97c3-95010046e561" providerId="ADAL" clId="{3AB13115-CA65-44D8-9E37-C01641AD8E47}" dt="2026-04-15T19:01:18.280" v="112"/>
          <ac:spMkLst>
            <pc:docMk/>
            <pc:sldMk cId="2642656447" sldId="2147483638"/>
            <ac:spMk id="27" creationId="{0B7A1ACB-CDC5-DDDE-F2D7-F2FED269F879}"/>
          </ac:spMkLst>
        </pc:spChg>
        <pc:picChg chg="del">
          <ac:chgData name="S S Nivita (Intern - PED/Hosur/TVSMotor)" userId="f4174b44-4017-4b0a-97c3-95010046e561" providerId="ADAL" clId="{3AB13115-CA65-44D8-9E37-C01641AD8E47}" dt="2026-04-15T17:08:17.416" v="2" actId="478"/>
          <ac:picMkLst>
            <pc:docMk/>
            <pc:sldMk cId="2642656447" sldId="2147483638"/>
            <ac:picMk id="3" creationId="{D43EBF37-DEBB-E67D-B8D8-C1B0EC3E2C7C}"/>
          </ac:picMkLst>
        </pc:picChg>
      </pc:sldChg>
      <pc:sldChg chg="addSp delSp modSp add mod ord">
        <pc:chgData name="S S Nivita (Intern - PED/Hosur/TVSMotor)" userId="f4174b44-4017-4b0a-97c3-95010046e561" providerId="ADAL" clId="{3AB13115-CA65-44D8-9E37-C01641AD8E47}" dt="2026-04-16T06:51:59.788" v="1178" actId="20577"/>
        <pc:sldMkLst>
          <pc:docMk/>
          <pc:sldMk cId="1052354045" sldId="2147483639"/>
        </pc:sldMkLst>
        <pc:spChg chg="mod">
          <ac:chgData name="S S Nivita (Intern - PED/Hosur/TVSMotor)" userId="f4174b44-4017-4b0a-97c3-95010046e561" providerId="ADAL" clId="{3AB13115-CA65-44D8-9E37-C01641AD8E47}" dt="2026-04-16T04:29:05.300" v="772" actId="1076"/>
          <ac:spMkLst>
            <pc:docMk/>
            <pc:sldMk cId="1052354045" sldId="2147483639"/>
            <ac:spMk id="2" creationId="{190EF45B-6CD0-C3C4-ED39-97AD55381752}"/>
          </ac:spMkLst>
        </pc:spChg>
        <pc:spChg chg="add mod">
          <ac:chgData name="S S Nivita (Intern - PED/Hosur/TVSMotor)" userId="f4174b44-4017-4b0a-97c3-95010046e561" providerId="ADAL" clId="{3AB13115-CA65-44D8-9E37-C01641AD8E47}" dt="2026-04-16T06:51:59.788" v="1178" actId="20577"/>
          <ac:spMkLst>
            <pc:docMk/>
            <pc:sldMk cId="1052354045" sldId="2147483639"/>
            <ac:spMk id="3" creationId="{0EC860B5-B97A-332E-54F1-E168F81430FF}"/>
          </ac:spMkLst>
        </pc:spChg>
        <pc:spChg chg="add mod ord">
          <ac:chgData name="S S Nivita (Intern - PED/Hosur/TVSMotor)" userId="f4174b44-4017-4b0a-97c3-95010046e561" providerId="ADAL" clId="{3AB13115-CA65-44D8-9E37-C01641AD8E47}" dt="2026-04-16T04:38:03.136" v="855" actId="208"/>
          <ac:spMkLst>
            <pc:docMk/>
            <pc:sldMk cId="1052354045" sldId="2147483639"/>
            <ac:spMk id="5" creationId="{0DC6ECF7-9DE4-6292-44EC-C8F4E05411F1}"/>
          </ac:spMkLst>
        </pc:spChg>
        <pc:picChg chg="del">
          <ac:chgData name="S S Nivita (Intern - PED/Hosur/TVSMotor)" userId="f4174b44-4017-4b0a-97c3-95010046e561" providerId="ADAL" clId="{3AB13115-CA65-44D8-9E37-C01641AD8E47}" dt="2026-04-15T19:32:05.142" v="390" actId="478"/>
          <ac:picMkLst>
            <pc:docMk/>
            <pc:sldMk cId="1052354045" sldId="2147483639"/>
            <ac:picMk id="5" creationId="{F5D0EA2F-3E49-5B88-9501-0B1492DDC4E2}"/>
          </ac:picMkLst>
        </pc:picChg>
        <pc:picChg chg="add mod modCrop">
          <ac:chgData name="S S Nivita (Intern - PED/Hosur/TVSMotor)" userId="f4174b44-4017-4b0a-97c3-95010046e561" providerId="ADAL" clId="{3AB13115-CA65-44D8-9E37-C01641AD8E47}" dt="2026-04-16T04:35:14.188" v="823" actId="1037"/>
          <ac:picMkLst>
            <pc:docMk/>
            <pc:sldMk cId="1052354045" sldId="2147483639"/>
            <ac:picMk id="6" creationId="{2BA7DC72-F261-16D4-EF06-99F079B81934}"/>
          </ac:picMkLst>
        </pc:picChg>
      </pc:sldChg>
      <pc:sldChg chg="add del">
        <pc:chgData name="S S Nivita (Intern - PED/Hosur/TVSMotor)" userId="f4174b44-4017-4b0a-97c3-95010046e561" providerId="ADAL" clId="{3AB13115-CA65-44D8-9E37-C01641AD8E47}" dt="2026-04-15T19:32:10.538" v="392"/>
        <pc:sldMkLst>
          <pc:docMk/>
          <pc:sldMk cId="2037851691" sldId="2147483640"/>
        </pc:sldMkLst>
      </pc:sldChg>
      <pc:sldChg chg="addSp delSp modSp add mod">
        <pc:chgData name="S S Nivita (Intern - PED/Hosur/TVSMotor)" userId="f4174b44-4017-4b0a-97c3-95010046e561" providerId="ADAL" clId="{3AB13115-CA65-44D8-9E37-C01641AD8E47}" dt="2026-04-16T04:40:05.174" v="870" actId="1076"/>
        <pc:sldMkLst>
          <pc:docMk/>
          <pc:sldMk cId="3466321937" sldId="2147483640"/>
        </pc:sldMkLst>
        <pc:spChg chg="mod">
          <ac:chgData name="S S Nivita (Intern - PED/Hosur/TVSMotor)" userId="f4174b44-4017-4b0a-97c3-95010046e561" providerId="ADAL" clId="{3AB13115-CA65-44D8-9E37-C01641AD8E47}" dt="2026-04-16T04:40:05.174" v="870" actId="1076"/>
          <ac:spMkLst>
            <pc:docMk/>
            <pc:sldMk cId="3466321937" sldId="2147483640"/>
            <ac:spMk id="2" creationId="{3A0E8CC8-FDAD-9F9C-321B-FEABA5E63DA7}"/>
          </ac:spMkLst>
        </pc:spChg>
        <pc:spChg chg="mod">
          <ac:chgData name="S S Nivita (Intern - PED/Hosur/TVSMotor)" userId="f4174b44-4017-4b0a-97c3-95010046e561" providerId="ADAL" clId="{3AB13115-CA65-44D8-9E37-C01641AD8E47}" dt="2026-04-16T03:41:36.900" v="451" actId="1076"/>
          <ac:spMkLst>
            <pc:docMk/>
            <pc:sldMk cId="3466321937" sldId="2147483640"/>
            <ac:spMk id="6" creationId="{CEB750F0-98C2-77A6-7928-5157482F1EEB}"/>
          </ac:spMkLst>
        </pc:spChg>
        <pc:graphicFrameChg chg="del">
          <ac:chgData name="S S Nivita (Intern - PED/Hosur/TVSMotor)" userId="f4174b44-4017-4b0a-97c3-95010046e561" providerId="ADAL" clId="{3AB13115-CA65-44D8-9E37-C01641AD8E47}" dt="2026-04-16T03:40:43.178" v="441" actId="478"/>
          <ac:graphicFrameMkLst>
            <pc:docMk/>
            <pc:sldMk cId="3466321937" sldId="2147483640"/>
            <ac:graphicFrameMk id="8" creationId="{F5669D7C-97FA-3E79-9883-E4C32FEDF75E}"/>
          </ac:graphicFrameMkLst>
        </pc:graphicFrameChg>
        <pc:picChg chg="add mod">
          <ac:chgData name="S S Nivita (Intern - PED/Hosur/TVSMotor)" userId="f4174b44-4017-4b0a-97c3-95010046e561" providerId="ADAL" clId="{3AB13115-CA65-44D8-9E37-C01641AD8E47}" dt="2026-04-16T03:41:49.021" v="455" actId="14100"/>
          <ac:picMkLst>
            <pc:docMk/>
            <pc:sldMk cId="3466321937" sldId="2147483640"/>
            <ac:picMk id="3" creationId="{A51E2F9E-F91C-754E-142A-6465A294AC29}"/>
          </ac:picMkLst>
        </pc:picChg>
      </pc:sldChg>
      <pc:sldChg chg="addSp delSp modSp add mod modClrScheme chgLayout">
        <pc:chgData name="S S Nivita (Intern - PED/Hosur/TVSMotor)" userId="f4174b44-4017-4b0a-97c3-95010046e561" providerId="ADAL" clId="{3AB13115-CA65-44D8-9E37-C01641AD8E47}" dt="2026-04-16T04:15:48.692" v="694" actId="1076"/>
        <pc:sldMkLst>
          <pc:docMk/>
          <pc:sldMk cId="608825879" sldId="2147483641"/>
        </pc:sldMkLst>
        <pc:spChg chg="del mod ord">
          <ac:chgData name="S S Nivita (Intern - PED/Hosur/TVSMotor)" userId="f4174b44-4017-4b0a-97c3-95010046e561" providerId="ADAL" clId="{3AB13115-CA65-44D8-9E37-C01641AD8E47}" dt="2026-04-16T04:15:04.759" v="670" actId="478"/>
          <ac:spMkLst>
            <pc:docMk/>
            <pc:sldMk cId="608825879" sldId="2147483641"/>
            <ac:spMk id="2" creationId="{41BAA39B-01A4-7882-554E-31010B4608FF}"/>
          </ac:spMkLst>
        </pc:spChg>
        <pc:spChg chg="add mod">
          <ac:chgData name="S S Nivita (Intern - PED/Hosur/TVSMotor)" userId="f4174b44-4017-4b0a-97c3-95010046e561" providerId="ADAL" clId="{3AB13115-CA65-44D8-9E37-C01641AD8E47}" dt="2026-04-16T04:15:48.692" v="694" actId="1076"/>
          <ac:spMkLst>
            <pc:docMk/>
            <pc:sldMk cId="608825879" sldId="2147483641"/>
            <ac:spMk id="3" creationId="{966ABC53-D809-C131-9735-C8B624B7F1E1}"/>
          </ac:spMkLst>
        </pc:spChg>
        <pc:spChg chg="mod ord">
          <ac:chgData name="S S Nivita (Intern - PED/Hosur/TVSMotor)" userId="f4174b44-4017-4b0a-97c3-95010046e561" providerId="ADAL" clId="{3AB13115-CA65-44D8-9E37-C01641AD8E47}" dt="2026-04-16T04:14:51.545" v="668" actId="700"/>
          <ac:spMkLst>
            <pc:docMk/>
            <pc:sldMk cId="608825879" sldId="2147483641"/>
            <ac:spMk id="4" creationId="{9C6B6328-B41E-EBE1-2ECA-9082485325F7}"/>
          </ac:spMkLst>
        </pc:spChg>
        <pc:picChg chg="del">
          <ac:chgData name="S S Nivita (Intern - PED/Hosur/TVSMotor)" userId="f4174b44-4017-4b0a-97c3-95010046e561" providerId="ADAL" clId="{3AB13115-CA65-44D8-9E37-C01641AD8E47}" dt="2026-04-16T04:14:41.090" v="667" actId="478"/>
          <ac:picMkLst>
            <pc:docMk/>
            <pc:sldMk cId="608825879" sldId="2147483641"/>
            <ac:picMk id="6" creationId="{67060EA7-7D1F-BEA9-2AA5-2F055D556A9A}"/>
          </ac:picMkLst>
        </pc:picChg>
        <pc:picChg chg="del">
          <ac:chgData name="S S Nivita (Intern - PED/Hosur/TVSMotor)" userId="f4174b44-4017-4b0a-97c3-95010046e561" providerId="ADAL" clId="{3AB13115-CA65-44D8-9E37-C01641AD8E47}" dt="2026-04-16T04:14:39.869" v="666" actId="478"/>
          <ac:picMkLst>
            <pc:docMk/>
            <pc:sldMk cId="608825879" sldId="2147483641"/>
            <ac:picMk id="9" creationId="{CAE01088-E49C-EA34-618C-BF6E631EF3D1}"/>
          </ac:picMkLst>
        </pc:picChg>
      </pc:sldChg>
      <pc:sldMasterChg chg="addSp modSp mod">
        <pc:chgData name="S S Nivita (Intern - PED/Hosur/TVSMotor)" userId="f4174b44-4017-4b0a-97c3-95010046e561" providerId="ADAL" clId="{3AB13115-CA65-44D8-9E37-C01641AD8E47}" dt="2026-04-16T04:02:04.633" v="489" actId="1036"/>
        <pc:sldMasterMkLst>
          <pc:docMk/>
          <pc:sldMasterMk cId="609168846" sldId="2147483648"/>
        </pc:sldMasterMkLst>
        <pc:spChg chg="add mod">
          <ac:chgData name="S S Nivita (Intern - PED/Hosur/TVSMotor)" userId="f4174b44-4017-4b0a-97c3-95010046e561" providerId="ADAL" clId="{3AB13115-CA65-44D8-9E37-C01641AD8E47}" dt="2026-04-16T04:02:04.633" v="489" actId="1036"/>
          <ac:spMkLst>
            <pc:docMk/>
            <pc:sldMasterMk cId="609168846" sldId="2147483648"/>
            <ac:spMk id="3" creationId="{B8C30AA9-CCD2-51C8-E892-434EC1D92863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66D45-A4B5-478D-9FEF-963CC7C543B5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13B37-5213-4260-B21A-15F8177A53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4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AF86-76F6-B11B-A1D6-CDBDA392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red flag&#10;&#10;Description automatically generated">
            <a:extLst>
              <a:ext uri="{FF2B5EF4-FFF2-40B4-BE49-F238E27FC236}">
                <a16:creationId xmlns:a16="http://schemas.microsoft.com/office/drawing/2014/main" id="{BF7584B3-6434-CC04-4E5C-3FFF0E24C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6484D9-ABE6-0556-F813-74F4A38E8367}"/>
              </a:ext>
            </a:extLst>
          </p:cNvPr>
          <p:cNvGrpSpPr/>
          <p:nvPr userDrawn="1"/>
        </p:nvGrpSpPr>
        <p:grpSpPr>
          <a:xfrm>
            <a:off x="8826003" y="277295"/>
            <a:ext cx="3142051" cy="867809"/>
            <a:chOff x="10007032" y="208516"/>
            <a:chExt cx="2151522" cy="594233"/>
          </a:xfrm>
        </p:grpSpPr>
        <p:pic>
          <p:nvPicPr>
            <p:cNvPr id="8" name="Picture 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261F815D-6A98-4C08-7E2C-FDFCB007B7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7032" y="246582"/>
              <a:ext cx="1048875" cy="518107"/>
            </a:xfrm>
            <a:prstGeom prst="rect">
              <a:avLst/>
            </a:prstGeom>
          </p:spPr>
        </p:pic>
        <p:pic>
          <p:nvPicPr>
            <p:cNvPr id="9" name="Picture 8" descr="A red horse with black lines&#10;&#10;Description automatically generated">
              <a:extLst>
                <a:ext uri="{FF2B5EF4-FFF2-40B4-BE49-F238E27FC236}">
                  <a16:creationId xmlns:a16="http://schemas.microsoft.com/office/drawing/2014/main" id="{EF881316-72A1-E54C-2A1A-CDCC9A2CF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5567" y="208516"/>
              <a:ext cx="1202987" cy="5942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965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B0B5-E694-34CD-F449-AF5B5039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6130-CCFA-6B81-4B18-700E9B38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50C9-5045-11A1-7D17-B5911C12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2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5390-F51E-0403-F1EF-FC5DC6A9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B3459-0BBC-4F81-93B4-108D9AD21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AF805-56CB-44AF-458F-E5038969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5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102A-37F9-7105-2415-54DEC7F9C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6350"/>
            <a:ext cx="5181600" cy="490061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74805-2EE4-32FA-A030-5BB472B8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/>
          <a:lstStyle>
            <a:lvl1pPr>
              <a:defRPr lang="en-US"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en-US"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en-IN"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  <a:spcBef>
                <a:spcPts val="0"/>
              </a:spcBef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1B505-53A6-4CEF-28E5-3379DFF2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D2A63B-CAD0-D5D6-CCF0-E752A420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62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A84C5-4028-4D3E-E86F-3679B1F7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6C9B06-04DE-E310-4D64-E3EEBAEC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0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9D2CF-9A25-9BC8-A89F-CA8216BC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4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95C83-407D-DE4C-64C7-6AF206B00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4897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635EA-281D-47C8-A0EC-B8A06226CB83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E7902FD-826A-1DCE-56EB-9776F229C4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32" y="246582"/>
            <a:ext cx="1048875" cy="518107"/>
          </a:xfrm>
          <a:prstGeom prst="rect">
            <a:avLst/>
          </a:prstGeom>
        </p:spPr>
      </p:pic>
      <p:pic>
        <p:nvPicPr>
          <p:cNvPr id="8" name="Picture 7" descr="A red horse with black lines&#10;&#10;Description automatically generated">
            <a:extLst>
              <a:ext uri="{FF2B5EF4-FFF2-40B4-BE49-F238E27FC236}">
                <a16:creationId xmlns:a16="http://schemas.microsoft.com/office/drawing/2014/main" id="{9EF59D0F-8216-3C72-7864-7E8F9CC00C0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87" y="247675"/>
            <a:ext cx="1202987" cy="594233"/>
          </a:xfrm>
          <a:prstGeom prst="rect">
            <a:avLst/>
          </a:prstGeom>
        </p:spPr>
      </p:pic>
      <p:pic>
        <p:nvPicPr>
          <p:cNvPr id="9" name="Picture 8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008DB5EA-844F-D3ED-93E7-0C65FA6A523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6" y="194839"/>
            <a:ext cx="1268181" cy="62643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3331BB-5D16-AEAC-F610-265CF143F87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6515100"/>
            <a:ext cx="12204700" cy="0"/>
          </a:xfrm>
          <a:prstGeom prst="line">
            <a:avLst/>
          </a:prstGeom>
          <a:ln w="19050">
            <a:solidFill>
              <a:srgbClr val="00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3C6FE1-4D8B-43CC-686D-FD9014787B4D}"/>
              </a:ext>
            </a:extLst>
          </p:cNvPr>
          <p:cNvSpPr txBox="1"/>
          <p:nvPr userDrawn="1"/>
        </p:nvSpPr>
        <p:spPr>
          <a:xfrm>
            <a:off x="33907" y="6478495"/>
            <a:ext cx="1655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A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</a:t>
            </a:r>
            <a:endParaRPr lang="en-IN" dirty="0">
              <a:solidFill>
                <a:srgbClr val="004A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F9F7B9-C8F8-C478-4DD2-FD27612EDE20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1468842" y="707335"/>
            <a:ext cx="9277127" cy="4439"/>
          </a:xfrm>
          <a:prstGeom prst="line">
            <a:avLst/>
          </a:prstGeom>
          <a:solidFill>
            <a:schemeClr val="bg1"/>
          </a:solidFill>
          <a:ln w="38100" cap="flat" cmpd="sng" algn="ctr">
            <a:gradFill flip="none" rotWithShape="1">
              <a:gsLst>
                <a:gs pos="1000">
                  <a:srgbClr val="FFCDCD"/>
                </a:gs>
                <a:gs pos="50000">
                  <a:srgbClr val="000099"/>
                </a:gs>
                <a:gs pos="49000">
                  <a:srgbClr val="FF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C30AA9-CCD2-51C8-E892-434EC1D92863}"/>
              </a:ext>
            </a:extLst>
          </p:cNvPr>
          <p:cNvSpPr txBox="1"/>
          <p:nvPr userDrawn="1"/>
        </p:nvSpPr>
        <p:spPr>
          <a:xfrm>
            <a:off x="1490870" y="6485283"/>
            <a:ext cx="2196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6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tvshosur-my.sharepoint.com/:p:/g/personal/s_nivita_tvsmotor_com1/IQD1rMPiILyHRbhXLdzUtGNoASY59hucyMcpneosjyUDm5U?e=93exOJ" TargetMode="External"/><Relationship Id="rId13" Type="http://schemas.openxmlformats.org/officeDocument/2006/relationships/hyperlink" Target="https://tvshosur-my.sharepoint.com/:p:/g/personal/s_nivita_tvsmotor_com1/IQDuBpbntp_FTKR2wjQP-20sAbPEE7k95hzCaoqFTdB2Mo8?e=x4YJdR" TargetMode="External"/><Relationship Id="rId3" Type="http://schemas.openxmlformats.org/officeDocument/2006/relationships/hyperlink" Target="https://tvshosur-my.sharepoint.com/:p:/g/personal/s_nivita_tvsmotor_com1/IQARrgZOB7AHQJsxAzUlzBKdAWHtjz9qhqEzEPNClnWxczo?e=Dgr4KL" TargetMode="External"/><Relationship Id="rId7" Type="http://schemas.openxmlformats.org/officeDocument/2006/relationships/hyperlink" Target="https://tvshosur-my.sharepoint.com/:p:/g/personal/s_nivita_tvsmotor_com1/IQC65KSYfEDSS5gdAXZjMYeQAdUUEPSJXaBrSBvnoBZo2o4?e=gzOdDc" TargetMode="External"/><Relationship Id="rId12" Type="http://schemas.openxmlformats.org/officeDocument/2006/relationships/hyperlink" Target="https://tvshosur-my.sharepoint.com/:p:/g/personal/s_nivita_tvsmotor_com1/IQD0AqPQIc0oQ6WKpquQC6VmARuwRSdQ4ek46U0-znRcZZE?e=rcCJ97" TargetMode="External"/><Relationship Id="rId2" Type="http://schemas.openxmlformats.org/officeDocument/2006/relationships/hyperlink" Target="https://tvshosur-my.sharepoint.com/:p:/g/personal/s_nivita_tvsmotor_com1/IQBE5BMfVVlTRYDxbR6AVyP0AYOXLgIq2ojxQxfGRW2MCYo?e=jb2dR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vshosur-my.sharepoint.com/:p:/g/personal/s_nivita_tvsmotor_com1/IQA-vcbLNb5sSrR41jmCBga0AfDsOYe2psmJF252ici4WmM?e=kqbaLJ" TargetMode="External"/><Relationship Id="rId11" Type="http://schemas.openxmlformats.org/officeDocument/2006/relationships/hyperlink" Target="https://tvshosur-my.sharepoint.com/:p:/g/personal/s_nivita_tvsmotor_com1/IQD_2vh23qOnRrBdZfmCs3bdAZtDAxKLYrSpz33PjzZWBZU?e=WRQoDR" TargetMode="External"/><Relationship Id="rId5" Type="http://schemas.openxmlformats.org/officeDocument/2006/relationships/hyperlink" Target="https://tvshosur-my.sharepoint.com/:p:/g/personal/s_nivita_tvsmotor_com1/IQATLgFoOqy2RqKs6RjaV6YOAbJm2YOIpmVdpDIBZXt252E?e=VQi9NO" TargetMode="External"/><Relationship Id="rId10" Type="http://schemas.openxmlformats.org/officeDocument/2006/relationships/hyperlink" Target="https://tvshosur-my.sharepoint.com/:p:/g/personal/s_nivita_tvsmotor_com1/IQCzIZ21OiDfT6mcRTGBcolaAaxzPmQWSWLPhzVjq7KX0JI?e=wUtrmh" TargetMode="External"/><Relationship Id="rId4" Type="http://schemas.openxmlformats.org/officeDocument/2006/relationships/hyperlink" Target="https://tvshosur-my.sharepoint.com/:p:/g/personal/s_nivita_tvsmotor_com1/IQCLwZopY0EwR5MQrFYjAXiNAYaE4sfXhuQiYQBUyiF4q5U?e=GzgkfT" TargetMode="External"/><Relationship Id="rId9" Type="http://schemas.openxmlformats.org/officeDocument/2006/relationships/hyperlink" Target="https://tvshosur-my.sharepoint.com/:p:/g/personal/s_nivita_tvsmotor_com1/IQBLbM-t548sRbkRESoZKQg0AX_wZ8c36lwrH7QKlYF5a3Q?e=DPMlEW" TargetMode="External"/><Relationship Id="rId14" Type="http://schemas.openxmlformats.org/officeDocument/2006/relationships/hyperlink" Target="https://tvshosur-my.sharepoint.com/:p:/g/personal/s_nivita_tvsmotor_com1/IQCtw3jJKiddSal5NpY8fz98ARxMQTcdT0fMMjQCRzeRljc?e=IdZYFB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EFD3A-1E28-0EB6-2907-46C379A2F724}"/>
              </a:ext>
            </a:extLst>
          </p:cNvPr>
          <p:cNvSpPr txBox="1"/>
          <p:nvPr/>
        </p:nvSpPr>
        <p:spPr>
          <a:xfrm>
            <a:off x="130834" y="2782669"/>
            <a:ext cx="1193033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RFQ – Diagnostic Service Tool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6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DD37-0EB6-015B-CECD-61B39570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History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AA645-A6A3-B611-CD93-2620FF8F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2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4B048-0022-E8D7-DB96-A2A648C1A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C2AEF782-6111-FD83-40EF-CD722F2BA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47857"/>
              </p:ext>
            </p:extLst>
          </p:nvPr>
        </p:nvGraphicFramePr>
        <p:xfrm>
          <a:off x="279055" y="960706"/>
          <a:ext cx="11665299" cy="5335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198">
                  <a:extLst>
                    <a:ext uri="{9D8B030D-6E8A-4147-A177-3AD203B41FA5}">
                      <a16:colId xmlns:a16="http://schemas.microsoft.com/office/drawing/2014/main" val="3683692558"/>
                    </a:ext>
                  </a:extLst>
                </a:gridCol>
                <a:gridCol w="902324">
                  <a:extLst>
                    <a:ext uri="{9D8B030D-6E8A-4147-A177-3AD203B41FA5}">
                      <a16:colId xmlns:a16="http://schemas.microsoft.com/office/drawing/2014/main" val="2483039236"/>
                    </a:ext>
                  </a:extLst>
                </a:gridCol>
                <a:gridCol w="631627">
                  <a:extLst>
                    <a:ext uri="{9D8B030D-6E8A-4147-A177-3AD203B41FA5}">
                      <a16:colId xmlns:a16="http://schemas.microsoft.com/office/drawing/2014/main" val="1523510364"/>
                    </a:ext>
                  </a:extLst>
                </a:gridCol>
                <a:gridCol w="7274196">
                  <a:extLst>
                    <a:ext uri="{9D8B030D-6E8A-4147-A177-3AD203B41FA5}">
                      <a16:colId xmlns:a16="http://schemas.microsoft.com/office/drawing/2014/main" val="3740034205"/>
                    </a:ext>
                  </a:extLst>
                </a:gridCol>
                <a:gridCol w="1148176">
                  <a:extLst>
                    <a:ext uri="{9D8B030D-6E8A-4147-A177-3AD203B41FA5}">
                      <a16:colId xmlns:a16="http://schemas.microsoft.com/office/drawing/2014/main" val="2503722089"/>
                    </a:ext>
                  </a:extLst>
                </a:gridCol>
                <a:gridCol w="991778">
                  <a:extLst>
                    <a:ext uri="{9D8B030D-6E8A-4147-A177-3AD203B41FA5}">
                      <a16:colId xmlns:a16="http://schemas.microsoft.com/office/drawing/2014/main" val="592281443"/>
                    </a:ext>
                  </a:extLst>
                </a:gridCol>
              </a:tblGrid>
              <a:tr h="53102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Issue no.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Page no.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Rev no. 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Reason for Change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Updated By</a:t>
                      </a: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860491035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1-15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Initial release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16-04-2026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PRR</a:t>
                      </a: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96151428"/>
                  </a:ext>
                </a:extLst>
              </a:tr>
              <a:tr h="38549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52302454"/>
                  </a:ext>
                </a:extLst>
              </a:tr>
              <a:tr h="360041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3071993397"/>
                  </a:ext>
                </a:extLst>
              </a:tr>
              <a:tr h="33155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764146367"/>
                  </a:ext>
                </a:extLst>
              </a:tr>
              <a:tr h="388528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850720529"/>
                  </a:ext>
                </a:extLst>
              </a:tr>
              <a:tr h="360041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81610718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922873884"/>
                  </a:ext>
                </a:extLst>
              </a:tr>
              <a:tr h="360041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3029029887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51764346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401336708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79958171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924432409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728226428"/>
                  </a:ext>
                </a:extLst>
              </a:tr>
              <a:tr h="31237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097861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75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AE32-A7A5-B0C7-0CB2-72791861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E8CC8-FDAD-9F9C-321B-FEABA5E6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20" y="233313"/>
            <a:ext cx="10515600" cy="315910"/>
          </a:xfrm>
        </p:spPr>
        <p:txBody>
          <a:bodyPr/>
          <a:lstStyle/>
          <a:p>
            <a:r>
              <a:rPr lang="en-GB" sz="2400" dirty="0"/>
              <a:t>DEPLOYMENT COVERAGE &amp; DEALER NETWORK SUPPORT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05912-2A8D-1154-099F-893B781B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3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750F0-98C2-77A6-7928-5157482F1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857091"/>
            <a:ext cx="8183880" cy="4351338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The proposed diagnostic solution shall be designed to support deployment across the entire dealer network of TVS Motor Company, covering both domestic and international operations.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Currently, the dealer network consists of: </a:t>
            </a:r>
          </a:p>
          <a:p>
            <a:pPr marL="742950" lvl="1" indent="-285750"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Approximately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4000 domestic dealers (India)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742950" lvl="1" indent="-285750"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Approximately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1000 International Business (IB) dealers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across multiple countries </a:t>
            </a:r>
          </a:p>
          <a:p>
            <a:pPr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Key Requirements: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The system architecture (server, application, and VCI hardware) must be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scalable and capable of supporting global deployment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across all dealer locations. 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The solution should ensure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consistent performance and accessibility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irrespective of geography, including regions with varying network conditions. 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The server infrastructure must be designed to support: </a:t>
            </a:r>
          </a:p>
          <a:p>
            <a:pPr marL="742950" lvl="1" indent="-285750">
              <a:lnSpc>
                <a:spcPct val="100000"/>
              </a:lnSpc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Multi-region access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742950" lvl="1" indent="-285750">
              <a:lnSpc>
                <a:spcPct val="100000"/>
              </a:lnSpc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Load balancing and high availability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742950" lvl="1" indent="-285750">
              <a:lnSpc>
                <a:spcPct val="100000"/>
              </a:lnSpc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Low-latency communication for diagnostics and flashing operations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Commercial &amp; Rollout Expectation: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The diagnostic tool is intended to be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standardized and mandated across all dealer locations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All domestic and IB dealers are expected to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procure and adopt the solution as part of the service ecosystem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>
              <a:lnSpc>
                <a:spcPct val="10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Scalability Considerations: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The system should support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future expansion of dealer network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without major architectural changes. 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Provision for </a:t>
            </a:r>
            <a:r>
              <a:rPr lang="en-GB" sz="1600" b="1" dirty="0">
                <a:solidFill>
                  <a:schemeClr val="tx1"/>
                </a:solidFill>
                <a:latin typeface="+mn-lt"/>
              </a:rPr>
              <a:t>regional customization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(if required) while maintaining a unified core platform.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E2F9E-F91C-754E-142A-6465A294A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119" y="1279474"/>
            <a:ext cx="3599799" cy="374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2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E51E-412D-6060-43D5-00693EE1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0448-5932-A0D3-B996-4DCC9BC0E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886" y="28058"/>
            <a:ext cx="7660639" cy="632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PROJECT ROADMAP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99D7D-AA84-C3D7-1DC2-4BCC502B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700" y="6558077"/>
            <a:ext cx="2743200" cy="299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US" smtClean="0">
                <a:solidFill>
                  <a:srgbClr val="004A8F"/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4</a:t>
            </a:fld>
            <a:r>
              <a:rPr lang="en-US" dirty="0">
                <a:solidFill>
                  <a:srgbClr val="004A8F"/>
                </a:solidFill>
                <a:latin typeface="+mn-lt"/>
                <a:cs typeface="+mn-cs"/>
              </a:rPr>
              <a:t>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4331D-1BA5-5D4C-DA89-5D602FE2BEEF}"/>
              </a:ext>
            </a:extLst>
          </p:cNvPr>
          <p:cNvSpPr txBox="1"/>
          <p:nvPr/>
        </p:nvSpPr>
        <p:spPr>
          <a:xfrm>
            <a:off x="213360" y="787361"/>
            <a:ext cx="56388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Phase 1 – Pilot Deployment (Current Year)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Initial deployment will be carried out at a </a:t>
            </a:r>
            <a:r>
              <a:rPr lang="en-GB" sz="1600" b="1" dirty="0"/>
              <a:t>pilot dealer location – Neo Motors, </a:t>
            </a:r>
            <a:r>
              <a:rPr lang="en-IN" sz="1600" b="1" dirty="0"/>
              <a:t>Bannerghatta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Objectives of pilot phase: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Validate </a:t>
            </a:r>
            <a:r>
              <a:rPr lang="en-GB" sz="1600" b="1" dirty="0"/>
              <a:t>end-to-end diagnostics and ECU flashing workflows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Test </a:t>
            </a:r>
            <a:r>
              <a:rPr lang="en-GB" sz="1600" b="1" dirty="0"/>
              <a:t>VCI hardware performance in real-time conditions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Evaluate </a:t>
            </a:r>
            <a:r>
              <a:rPr lang="en-GB" sz="1600" b="1" dirty="0"/>
              <a:t>user experience and service team feedback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Identify and resolve </a:t>
            </a:r>
            <a:r>
              <a:rPr lang="en-GB" sz="1600" b="1" dirty="0"/>
              <a:t>initial defects and performance issues</a:t>
            </a:r>
            <a:r>
              <a:rPr lang="en-GB" sz="1600" dirty="0"/>
              <a:t> </a:t>
            </a:r>
          </a:p>
          <a:p>
            <a:pPr>
              <a:buNone/>
            </a:pPr>
            <a:r>
              <a:rPr lang="en-GB" sz="1600" b="1" dirty="0"/>
              <a:t>Future Roadmap </a:t>
            </a:r>
          </a:p>
          <a:p>
            <a:pPr>
              <a:buNone/>
            </a:pPr>
            <a:r>
              <a:rPr lang="en-GB" sz="1600" b="1" dirty="0"/>
              <a:t>1. Gradual Rollout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Phase-wise deployment across: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Domestic dealer network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International Business (IB) dealers </a:t>
            </a:r>
          </a:p>
          <a:p>
            <a:pPr>
              <a:buNone/>
            </a:pPr>
            <a:r>
              <a:rPr lang="en-GB" sz="1600" b="1" dirty="0"/>
              <a:t>2. Software Update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system shall support: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Regular software updates</a:t>
            </a:r>
            <a:r>
              <a:rPr lang="en-GB" sz="1600" dirty="0"/>
              <a:t> for new vehicle models and ECU changes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Over-the-Air (OTA) / Web-based updates</a:t>
            </a:r>
            <a:r>
              <a:rPr lang="en-GB" sz="1600" dirty="0"/>
              <a:t> for seamless deployment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Version control and backward compatibility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F26DA-87D7-A696-8F40-1332D4D560BE}"/>
              </a:ext>
            </a:extLst>
          </p:cNvPr>
          <p:cNvSpPr txBox="1"/>
          <p:nvPr/>
        </p:nvSpPr>
        <p:spPr>
          <a:xfrm>
            <a:off x="6461760" y="797521"/>
            <a:ext cx="551688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3. Feature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Continuous improvement based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Dealer feedback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Service team requirements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New vehicle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Planned enhancements may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Advanced diagnostics features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AI-based flashing optimization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Improved UI/UX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Enhanced automation (e.g., Smart campaigns) </a:t>
            </a:r>
          </a:p>
          <a:p>
            <a:pPr>
              <a:buNone/>
            </a:pPr>
            <a:r>
              <a:rPr lang="en-GB" sz="1600" b="1" dirty="0"/>
              <a:t>4. Scalability &amp;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Architecture should be designed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Handle </a:t>
            </a:r>
            <a:r>
              <a:rPr lang="en-GB" sz="1600" b="1" dirty="0"/>
              <a:t>increasing number of users and devices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Support </a:t>
            </a:r>
            <a:r>
              <a:rPr lang="en-GB" sz="1600" b="1" dirty="0"/>
              <a:t>high data throughput for diagnostics and flashing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Enable </a:t>
            </a:r>
            <a:r>
              <a:rPr lang="en-GB" sz="1600" b="1" dirty="0"/>
              <a:t>multi-region deployment with optimized performance</a:t>
            </a:r>
            <a:r>
              <a:rPr lang="en-GB" sz="1600" dirty="0"/>
              <a:t> </a:t>
            </a:r>
          </a:p>
          <a:p>
            <a:pPr>
              <a:buNone/>
            </a:pPr>
            <a:r>
              <a:rPr lang="en-GB" sz="1600" b="1" dirty="0"/>
              <a:t>5. Maintenance &amp;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Supplier shall provide: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Ongoing </a:t>
            </a:r>
            <a:r>
              <a:rPr lang="en-GB" sz="1600" b="1" dirty="0"/>
              <a:t>technical support and maintenance plan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Bug fixes and performance updates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Documentation for future enhancements</a:t>
            </a:r>
          </a:p>
          <a:p>
            <a:pPr algn="l"/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04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E506-AE3D-DB97-51FB-18170CA9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DC1E-7FB0-9C15-F0B9-43818A72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566" y="13812"/>
            <a:ext cx="7660639" cy="632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HARDWARE COMPATIBILITY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9DC4B-D220-C5BE-E140-2CB9FDDC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700" y="6558077"/>
            <a:ext cx="2743200" cy="299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US" smtClean="0">
                <a:solidFill>
                  <a:srgbClr val="004A8F"/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5</a:t>
            </a:fld>
            <a:r>
              <a:rPr lang="en-US" dirty="0">
                <a:solidFill>
                  <a:srgbClr val="004A8F"/>
                </a:solidFill>
                <a:latin typeface="+mn-lt"/>
                <a:cs typeface="+mn-cs"/>
              </a:rPr>
              <a:t>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EF59E-4DA0-A2D5-BD2A-9CCF37F22C79}"/>
              </a:ext>
            </a:extLst>
          </p:cNvPr>
          <p:cNvSpPr txBox="1"/>
          <p:nvPr/>
        </p:nvSpPr>
        <p:spPr>
          <a:xfrm>
            <a:off x="335280" y="758448"/>
            <a:ext cx="593344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1.Protocol Compatibility</a:t>
            </a:r>
          </a:p>
          <a:p>
            <a:pPr>
              <a:buNone/>
            </a:pPr>
            <a:r>
              <a:rPr lang="en-GB" sz="1600" dirty="0"/>
              <a:t>The VCI prototype must support all major automotive diagnostic communication protocols,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CAN , CAN FD</a:t>
            </a:r>
            <a:r>
              <a:rPr lang="en-GB" sz="1600" dirty="0"/>
              <a:t> (for current and future vehicle platforms)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KWP2000 (ISO 14230)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K-Line (ISO 9141)</a:t>
            </a:r>
            <a:r>
              <a:rPr lang="en-GB" sz="1600" dirty="0"/>
              <a:t> </a:t>
            </a:r>
          </a:p>
          <a:p>
            <a:pPr>
              <a:buNone/>
            </a:pPr>
            <a:r>
              <a:rPr lang="en-GB" sz="1600" dirty="0"/>
              <a:t>This ensures compatibility across: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Legacy vehicle platforms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Current production vehicles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Upcoming vehicle architectures </a:t>
            </a:r>
          </a:p>
          <a:p>
            <a:pPr>
              <a:buNone/>
            </a:pPr>
            <a:r>
              <a:rPr lang="en-GB" sz="1600" b="1" dirty="0"/>
              <a:t>2. Communication Interfaces</a:t>
            </a:r>
          </a:p>
          <a:p>
            <a:pPr>
              <a:buNone/>
            </a:pPr>
            <a:r>
              <a:rPr lang="en-GB" sz="1600" dirty="0"/>
              <a:t>The VCI hardware shall support multiple connectivity options: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Wi-Fi (Mandatory – Primary Interface):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High-speed diagnostics and ECU flashing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Software updates and log file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Bluetooth (Optional / Secondary):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Short-range diagnostics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Limited use cases due to lower speed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USB Type-C (Mandatory):</a:t>
            </a:r>
            <a:r>
              <a:rPr lang="en-GB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Wired communication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Debugging and development support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Firmware update and recovery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9796F-5584-3E2B-3B5C-1FC3E34155B6}"/>
              </a:ext>
            </a:extLst>
          </p:cNvPr>
          <p:cNvSpPr txBox="1"/>
          <p:nvPr/>
        </p:nvSpPr>
        <p:spPr>
          <a:xfrm>
            <a:off x="5925820" y="758448"/>
            <a:ext cx="617474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/>
              <a:t>3. Cross-Platform Compatibility</a:t>
            </a:r>
          </a:p>
          <a:p>
            <a:pPr>
              <a:buNone/>
            </a:pPr>
            <a:r>
              <a:rPr lang="en-GB" sz="1600" dirty="0"/>
              <a:t>The VCI must be compatible with multiple operating systems: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Linux   Windows     Android </a:t>
            </a:r>
          </a:p>
          <a:p>
            <a:pPr>
              <a:buNone/>
            </a:pPr>
            <a:r>
              <a:rPr lang="en-GB" sz="1600" dirty="0"/>
              <a:t>The device shall expose </a:t>
            </a:r>
            <a:r>
              <a:rPr lang="en-GB" sz="1600" b="1" dirty="0"/>
              <a:t>standard REST APIs / drivers</a:t>
            </a:r>
            <a:r>
              <a:rPr lang="en-GB" sz="1600" dirty="0"/>
              <a:t> to enable seamless integration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Web-based diagnostic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Tablet, PC, and mobile platforms </a:t>
            </a:r>
          </a:p>
          <a:p>
            <a:pPr>
              <a:buNone/>
            </a:pPr>
            <a:r>
              <a:rPr lang="en-GB" sz="1600" b="1" dirty="0"/>
              <a:t>4. Memory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VCI shall include a </a:t>
            </a:r>
            <a:r>
              <a:rPr lang="en-GB" sz="1600" b="1" dirty="0"/>
              <a:t>minimum of 32 MB non-volatile flash memory</a:t>
            </a:r>
            <a:r>
              <a:rPr lang="en-GB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This memory will be used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Temporary storage of ECU flash files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Log buffering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Firmware and diagnostic data handling </a:t>
            </a:r>
          </a:p>
          <a:p>
            <a:pPr>
              <a:buNone/>
            </a:pPr>
            <a:r>
              <a:rPr lang="en-GB" sz="1600" b="1" dirty="0"/>
              <a:t>5. Compliance &amp; Certification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VCI hardware must comply with </a:t>
            </a:r>
            <a:r>
              <a:rPr lang="en-GB" sz="1600" b="1" dirty="0"/>
              <a:t>CE Certification standards</a:t>
            </a:r>
            <a:r>
              <a:rPr lang="en-GB" sz="1600" dirty="0"/>
              <a:t> for acceptance of the tool at global level</a:t>
            </a:r>
          </a:p>
          <a:p>
            <a:r>
              <a:rPr lang="en-GB" sz="1600" b="1" dirty="0"/>
              <a:t>6. User Interface &amp; Indications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hardware shall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LED indicators</a:t>
            </a:r>
            <a:r>
              <a:rPr lang="en-GB" sz="1600" dirty="0"/>
              <a:t> for status (power, connection, data transfer, error)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Buzzer alerts</a:t>
            </a:r>
            <a:r>
              <a:rPr lang="en-GB" sz="1600" dirty="0"/>
              <a:t> for user notifications (connection success/failure, flashing status) </a:t>
            </a:r>
          </a:p>
          <a:p>
            <a:pPr>
              <a:buNone/>
            </a:pPr>
            <a:r>
              <a:rPr lang="en-GB" sz="1600" dirty="0"/>
              <a:t>This ensures </a:t>
            </a:r>
            <a:r>
              <a:rPr lang="en-GB" sz="1600" b="1" dirty="0"/>
              <a:t>ease of use for technicians in service environments</a:t>
            </a:r>
            <a:r>
              <a:rPr lang="en-GB" sz="1600" dirty="0"/>
              <a:t>.</a:t>
            </a:r>
          </a:p>
          <a:p>
            <a:pPr algn="l"/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54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8ABF-3517-B308-F70B-76D4F90F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342C-68C7-8849-30DE-B4FDD62C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806" y="0"/>
            <a:ext cx="8425314" cy="632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2400" dirty="0"/>
              <a:t>COMMERCIAL EXPECTATIONS &amp; PRICING MODEL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0F0AD-6595-4892-1A6B-20208AFA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700" y="6558077"/>
            <a:ext cx="2743200" cy="299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US" smtClean="0">
                <a:solidFill>
                  <a:srgbClr val="004A8F"/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6</a:t>
            </a:fld>
            <a:r>
              <a:rPr lang="en-US" dirty="0">
                <a:solidFill>
                  <a:srgbClr val="004A8F"/>
                </a:solidFill>
                <a:latin typeface="+mn-lt"/>
                <a:cs typeface="+mn-cs"/>
              </a:rPr>
              <a:t>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F4891-7625-B587-EA24-C1BE8B7C1358}"/>
              </a:ext>
            </a:extLst>
          </p:cNvPr>
          <p:cNvSpPr txBox="1"/>
          <p:nvPr/>
        </p:nvSpPr>
        <p:spPr>
          <a:xfrm>
            <a:off x="1236980" y="1243320"/>
            <a:ext cx="77546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1.Initial Design &amp; Development Cost (One-Time)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Cost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Hardware design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Prototyping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Firmware development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Testing and validation </a:t>
            </a:r>
          </a:p>
          <a:p>
            <a:pPr>
              <a:buNone/>
            </a:pPr>
            <a:r>
              <a:rPr lang="en-GB" b="1" dirty="0"/>
              <a:t>2. Manufacturing &amp; Supply Cost (Recurring)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Per-unit cost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Mass production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Supply to dealers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Cost should be optimized for </a:t>
            </a:r>
            <a:r>
              <a:rPr lang="en-GB" b="1" dirty="0"/>
              <a:t>large-scale deployment across dealer network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54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760B-3C91-3B5A-89E7-DDEA589B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096FC5-1001-BA8F-3894-58682030F509}"/>
              </a:ext>
            </a:extLst>
          </p:cNvPr>
          <p:cNvSpPr txBox="1"/>
          <p:nvPr/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85FE0-3C45-2EB8-5DE3-0D7CD4B4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489702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0D32D-78BD-6CD2-3966-55D9C27F3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358"/>
            <a:ext cx="10515600" cy="315910"/>
          </a:xfrm>
        </p:spPr>
        <p:txBody>
          <a:bodyPr>
            <a:noAutofit/>
          </a:bodyPr>
          <a:lstStyle/>
          <a:p>
            <a:r>
              <a:rPr lang="en-GB" sz="2400" dirty="0"/>
              <a:t>EXPECTED SERVER CLIENT ARCHITECTURE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8CEE3-DC74-C0AD-BCFB-AEEBF8E7E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34" y="833229"/>
            <a:ext cx="9534326" cy="5656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74F594-F040-E48E-24FF-C510A32B7533}"/>
              </a:ext>
            </a:extLst>
          </p:cNvPr>
          <p:cNvSpPr txBox="1"/>
          <p:nvPr/>
        </p:nvSpPr>
        <p:spPr>
          <a:xfrm>
            <a:off x="198120" y="923557"/>
            <a:ext cx="22250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Central server storing and distributing ECU flash files for programming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4530C-AD46-7CB1-5709-62F2D64242BA}"/>
              </a:ext>
            </a:extLst>
          </p:cNvPr>
          <p:cNvSpPr txBox="1"/>
          <p:nvPr/>
        </p:nvSpPr>
        <p:spPr>
          <a:xfrm>
            <a:off x="172720" y="2275840"/>
            <a:ext cx="23977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Manages dealer operations and ensures diagnostics are linked to job card closure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DBB81-BBA4-0CB5-8560-2CD2FE8CF9CE}"/>
              </a:ext>
            </a:extLst>
          </p:cNvPr>
          <p:cNvSpPr txBox="1"/>
          <p:nvPr/>
        </p:nvSpPr>
        <p:spPr>
          <a:xfrm>
            <a:off x="259080" y="4457115"/>
            <a:ext cx="22250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Provides latest software updates and new vehicle data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52C5F-9433-980F-5471-55A01BC9854D}"/>
              </a:ext>
            </a:extLst>
          </p:cNvPr>
          <p:cNvSpPr txBox="1"/>
          <p:nvPr/>
        </p:nvSpPr>
        <p:spPr>
          <a:xfrm>
            <a:off x="4772659" y="1527016"/>
            <a:ext cx="26162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Local server acting as bridge for communication and real-time processing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CFF86E-F22F-F7D9-DFF7-D9E629F9F814}"/>
              </a:ext>
            </a:extLst>
          </p:cNvPr>
          <p:cNvSpPr txBox="1"/>
          <p:nvPr/>
        </p:nvSpPr>
        <p:spPr>
          <a:xfrm>
            <a:off x="4884420" y="3469640"/>
            <a:ext cx="21869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Controls user access, authentication, and software licensing</a:t>
            </a:r>
            <a:endParaRPr lang="en-I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FC126-CE16-33FB-B8D4-82697AC77A75}"/>
              </a:ext>
            </a:extLst>
          </p:cNvPr>
          <p:cNvSpPr/>
          <p:nvPr/>
        </p:nvSpPr>
        <p:spPr>
          <a:xfrm>
            <a:off x="9672320" y="2560320"/>
            <a:ext cx="1391920" cy="1647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A1011D-43CB-662B-5C54-3144E3DC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89526">
            <a:off x="9603712" y="2196193"/>
            <a:ext cx="945013" cy="15610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C89C37-8E0E-FF3E-89DF-B1EA21CA9439}"/>
              </a:ext>
            </a:extLst>
          </p:cNvPr>
          <p:cNvSpPr txBox="1"/>
          <p:nvPr/>
        </p:nvSpPr>
        <p:spPr>
          <a:xfrm>
            <a:off x="10121457" y="2992696"/>
            <a:ext cx="998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cs typeface="Arial" panose="020B0604020202020204" pitchFamily="34" charset="0"/>
              </a:rPr>
              <a:t>VCI</a:t>
            </a:r>
            <a:endParaRPr lang="en-IN" dirty="0"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110E66-3F34-5E90-A9C6-57C5EA794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640" y="3049293"/>
            <a:ext cx="609019" cy="4023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30390B5-F1D8-FD2C-B1BF-85634FF4C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4366" y="2493209"/>
            <a:ext cx="367662" cy="31109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A64D33A-2019-110E-3596-0CB1F2D03D4F}"/>
              </a:ext>
            </a:extLst>
          </p:cNvPr>
          <p:cNvSpPr txBox="1"/>
          <p:nvPr/>
        </p:nvSpPr>
        <p:spPr>
          <a:xfrm>
            <a:off x="10440670" y="4290152"/>
            <a:ext cx="1447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dirty="0">
                <a:cs typeface="Arial" panose="020B0604020202020204" pitchFamily="34" charset="0"/>
              </a:rPr>
              <a:t>OBD PORT</a:t>
            </a:r>
            <a:endParaRPr lang="en-IN" sz="1400" dirty="0"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1AF555-BFF1-8607-23D4-64AD3EDFE280}"/>
              </a:ext>
            </a:extLst>
          </p:cNvPr>
          <p:cNvSpPr/>
          <p:nvPr/>
        </p:nvSpPr>
        <p:spPr>
          <a:xfrm>
            <a:off x="9834436" y="4192693"/>
            <a:ext cx="326390" cy="34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CF384B3-0E47-6B2E-2C5A-4C846EFD4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225" y="4324838"/>
            <a:ext cx="399046" cy="51968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B615E5-621C-06AB-718E-587D1A63C4CC}"/>
              </a:ext>
            </a:extLst>
          </p:cNvPr>
          <p:cNvCxnSpPr>
            <a:cxnSpLocks/>
          </p:cNvCxnSpPr>
          <p:nvPr/>
        </p:nvCxnSpPr>
        <p:spPr>
          <a:xfrm>
            <a:off x="10260766" y="3758927"/>
            <a:ext cx="0" cy="521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572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DA3D-2D42-7A5D-3F7E-4DDFDDC1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C6ECF7-9DE4-6292-44EC-C8F4E05411F1}"/>
              </a:ext>
            </a:extLst>
          </p:cNvPr>
          <p:cNvSpPr/>
          <p:nvPr/>
        </p:nvSpPr>
        <p:spPr>
          <a:xfrm>
            <a:off x="91440" y="5984799"/>
            <a:ext cx="11927840" cy="4528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2A7AB-63DE-2EB9-67F7-A27E1D368E1F}"/>
              </a:ext>
            </a:extLst>
          </p:cNvPr>
          <p:cNvSpPr txBox="1"/>
          <p:nvPr/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6C63E-15F6-53B0-985D-3605CD95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489702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EF45B-6CD0-C3C4-ED39-97AD55381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4830"/>
            <a:ext cx="10515600" cy="315910"/>
          </a:xfrm>
        </p:spPr>
        <p:txBody>
          <a:bodyPr>
            <a:noAutofit/>
          </a:bodyPr>
          <a:lstStyle/>
          <a:p>
            <a:r>
              <a:rPr lang="en-GB" sz="2300" dirty="0"/>
              <a:t>EXPECTED CONTAINERIZED &amp; SECURE SYSTEM ARCHITECTURE</a:t>
            </a:r>
            <a:endParaRPr lang="en-IN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7DC72-F261-16D4-EF06-99F079B81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3"/>
          <a:stretch>
            <a:fillRect/>
          </a:stretch>
        </p:blipFill>
        <p:spPr>
          <a:xfrm>
            <a:off x="668020" y="759305"/>
            <a:ext cx="10886440" cy="51734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C860B5-B97A-332E-54F1-E168F81430FF}"/>
              </a:ext>
            </a:extLst>
          </p:cNvPr>
          <p:cNvSpPr txBox="1"/>
          <p:nvPr/>
        </p:nvSpPr>
        <p:spPr>
          <a:xfrm>
            <a:off x="132080" y="5964479"/>
            <a:ext cx="1210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solidFill>
                  <a:srgbClr val="003399"/>
                </a:solidFill>
                <a:cs typeface="Arial" panose="020B0604020202020204" pitchFamily="34" charset="0"/>
              </a:rPr>
              <a:t>Note : </a:t>
            </a:r>
            <a:r>
              <a:rPr lang="en-GB" sz="1300" dirty="0"/>
              <a:t>It is intended only as a </a:t>
            </a:r>
            <a:r>
              <a:rPr lang="en-GB" sz="1300" b="1" dirty="0"/>
              <a:t>reference for understanding the overall approach</a:t>
            </a:r>
            <a:r>
              <a:rPr lang="en-GB" sz="1300" dirty="0"/>
              <a:t> and does not define the exact supported technologies or security implementations.</a:t>
            </a:r>
          </a:p>
          <a:p>
            <a:r>
              <a:rPr lang="en-GB" sz="1300" b="1" dirty="0"/>
              <a:t>Propose and share a finalized, detailed technical architecture</a:t>
            </a:r>
            <a:r>
              <a:rPr lang="en-GB" sz="1300" dirty="0"/>
              <a:t> covering all aspects of system design, scalability, security and deployment for the development of the solution.</a:t>
            </a:r>
          </a:p>
          <a:p>
            <a:pPr algn="l"/>
            <a:r>
              <a:rPr lang="en-GB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354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7945-9347-A06E-84AC-0D623502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D3C43D-712D-2AFB-F216-E5FBD0EABE58}"/>
              </a:ext>
            </a:extLst>
          </p:cNvPr>
          <p:cNvSpPr txBox="1"/>
          <p:nvPr/>
        </p:nvSpPr>
        <p:spPr>
          <a:xfrm>
            <a:off x="838200" y="1075494"/>
            <a:ext cx="5181600" cy="490061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A216D-B185-5FC0-E356-BB50C210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489702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AD8E3-EC3B-E0CB-3132-ACF85E97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660" y="238398"/>
            <a:ext cx="8651240" cy="457821"/>
          </a:xfrm>
        </p:spPr>
        <p:txBody>
          <a:bodyPr>
            <a:noAutofit/>
          </a:bodyPr>
          <a:lstStyle/>
          <a:p>
            <a:pPr algn="l"/>
            <a:r>
              <a:rPr lang="en-GB" sz="2400" dirty="0">
                <a:latin typeface="+mn-lt"/>
              </a:rPr>
              <a:t>EXPECTED REQUIREMENTS FOR SERVER SPECIFICATIONS</a:t>
            </a:r>
            <a:endParaRPr lang="en-IN" sz="2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7F6D9-E49E-4296-804C-AF8475940E36}"/>
              </a:ext>
            </a:extLst>
          </p:cNvPr>
          <p:cNvSpPr txBox="1"/>
          <p:nvPr/>
        </p:nvSpPr>
        <p:spPr>
          <a:xfrm>
            <a:off x="231138" y="757118"/>
            <a:ext cx="527558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The server architecture should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Local Server (Edge Deployment)</a:t>
            </a:r>
            <a:r>
              <a:rPr lang="en-IN" sz="1600" dirty="0"/>
              <a:t> at dealer level for fast diagnostics and flashing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Central/Cloud Server (Optional / Future Scope)</a:t>
            </a:r>
            <a:r>
              <a:rPr lang="en-IN" sz="1600" dirty="0"/>
              <a:t>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Data synchronization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Updates and analytics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Remote monitoring </a:t>
            </a:r>
          </a:p>
          <a:p>
            <a:pPr>
              <a:buNone/>
            </a:pPr>
            <a:r>
              <a:rPr lang="en-IN" sz="1600" dirty="0"/>
              <a:t>The solution must be </a:t>
            </a:r>
            <a:r>
              <a:rPr lang="en-IN" sz="1600" b="1" dirty="0"/>
              <a:t>scalable to support multi-region deployments</a:t>
            </a:r>
            <a:r>
              <a:rPr lang="en-IN" sz="1600" dirty="0"/>
              <a:t>.</a:t>
            </a:r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b="1" dirty="0"/>
              <a:t>Platform &amp; OS Support</a:t>
            </a:r>
          </a:p>
          <a:p>
            <a:pPr>
              <a:buNone/>
            </a:pPr>
            <a:r>
              <a:rPr lang="en-IN" sz="1600" dirty="0"/>
              <a:t>The server shall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Linux </a:t>
            </a:r>
            <a:r>
              <a:rPr lang="en-IN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Windows </a:t>
            </a:r>
            <a:endParaRPr lang="en-IN" sz="1600" dirty="0"/>
          </a:p>
          <a:p>
            <a:pPr>
              <a:buNone/>
            </a:pPr>
            <a:r>
              <a:rPr lang="en-IN" sz="1600" dirty="0"/>
              <a:t>Must specify: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OS version compatibility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Any required licenses 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1BF06-35A6-1C26-DC51-5F652B1B959B}"/>
              </a:ext>
            </a:extLst>
          </p:cNvPr>
          <p:cNvSpPr txBox="1"/>
          <p:nvPr/>
        </p:nvSpPr>
        <p:spPr>
          <a:xfrm>
            <a:off x="5506720" y="696219"/>
            <a:ext cx="668528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Application &amp; Middleware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Support for </a:t>
            </a:r>
            <a:r>
              <a:rPr lang="en-IN" sz="1600" b="1" dirty="0"/>
              <a:t>web-based application hosting</a:t>
            </a:r>
            <a:r>
              <a:rPr lang="en-IN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Backend support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Node.js / Python / Java (any suitable framework)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REST API support for communication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VCI ↔ Server    </a:t>
            </a:r>
            <a:r>
              <a:rPr lang="en-IN" sz="1600" dirty="0" err="1"/>
              <a:t>Server</a:t>
            </a:r>
            <a:r>
              <a:rPr lang="en-IN" sz="1600" dirty="0"/>
              <a:t> ↔ Client (UI) </a:t>
            </a:r>
          </a:p>
          <a:p>
            <a:pPr>
              <a:buNone/>
            </a:pPr>
            <a:r>
              <a:rPr lang="en-IN" sz="1600" b="1" dirty="0"/>
              <a:t>Database Requirements   </a:t>
            </a:r>
            <a:r>
              <a:rPr lang="en-IN" sz="1600" dirty="0"/>
              <a:t>Support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Relational Databases (PostgreSQL / MySQL)</a:t>
            </a:r>
            <a:r>
              <a:rPr lang="en-IN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NoSQL (MongoDB – optional for logs/JSON data)</a:t>
            </a:r>
            <a:r>
              <a:rPr lang="en-IN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Database should store: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DID, DTC, CVN data , Flash files metadata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Logs and diagnostics history , User and access control data </a:t>
            </a:r>
          </a:p>
          <a:p>
            <a:pPr>
              <a:buNone/>
            </a:pPr>
            <a:r>
              <a:rPr lang="en-IN" sz="1600" b="1" dirty="0"/>
              <a:t> Performance &amp; Scalability   </a:t>
            </a:r>
            <a:r>
              <a:rPr lang="en-IN" sz="1600" dirty="0"/>
              <a:t>Should support: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Multiple concurrent users (dealers/technicians)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High-speed data transfer for flashing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Low latency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Must be: </a:t>
            </a:r>
            <a:r>
              <a:rPr lang="en-IN" sz="1600" b="1" dirty="0"/>
              <a:t>Horizontally scalable, </a:t>
            </a:r>
            <a:r>
              <a:rPr lang="en-IN" sz="1600" dirty="0"/>
              <a:t>Capable of handling </a:t>
            </a:r>
            <a:r>
              <a:rPr lang="en-IN" sz="1600" b="1" dirty="0"/>
              <a:t>future increase in load</a:t>
            </a:r>
            <a:r>
              <a:rPr lang="en-IN" sz="1600" dirty="0"/>
              <a:t> </a:t>
            </a:r>
          </a:p>
          <a:p>
            <a:pPr>
              <a:buNone/>
            </a:pPr>
            <a:r>
              <a:rPr lang="en-IN" sz="1600" b="1" dirty="0"/>
              <a:t>Security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Secure communication (HTTPS, TLS encryption)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Role-based access control (Admin / Developer / Operator)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Data protection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Vehicle data, Customer data , Flash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Protection against: Unauthorized access , Data tampering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4E618-BEC5-E8B8-7600-71C8641DC2E3}"/>
              </a:ext>
            </a:extLst>
          </p:cNvPr>
          <p:cNvSpPr txBox="1"/>
          <p:nvPr/>
        </p:nvSpPr>
        <p:spPr>
          <a:xfrm>
            <a:off x="154938" y="5120939"/>
            <a:ext cx="7289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Update &amp;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Support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Remote software updates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Patch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Backup and recovery mechanisms</a:t>
            </a:r>
          </a:p>
        </p:txBody>
      </p:sp>
    </p:spTree>
    <p:extLst>
      <p:ext uri="{BB962C8B-B14F-4D97-AF65-F5344CB8AC3E}">
        <p14:creationId xmlns:p14="http://schemas.microsoft.com/office/powerpoint/2010/main" val="2964945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5903-7309-0B6A-89BF-E53E1B8D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AQ POINTS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953680-1FC3-10AC-61CE-7B29CB72A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439289"/>
              </p:ext>
            </p:extLst>
          </p:nvPr>
        </p:nvGraphicFramePr>
        <p:xfrm>
          <a:off x="659892" y="715270"/>
          <a:ext cx="10872216" cy="578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584126856"/>
                    </a:ext>
                  </a:extLst>
                </a:gridCol>
                <a:gridCol w="10341864">
                  <a:extLst>
                    <a:ext uri="{9D8B030D-6E8A-4147-A177-3AD203B41FA5}">
                      <a16:colId xmlns:a16="http://schemas.microsoft.com/office/drawing/2014/main" val="3104988093"/>
                    </a:ext>
                  </a:extLst>
                </a:gridCol>
              </a:tblGrid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50" err="1">
                          <a:latin typeface="+mn-lt"/>
                          <a:cs typeface="Arial" panose="020B0604020202020204" pitchFamily="34" charset="0"/>
                        </a:rPr>
                        <a:t>S.No</a:t>
                      </a:r>
                      <a:endParaRPr lang="en-US" sz="95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dirty="0">
                          <a:latin typeface="+mn-lt"/>
                          <a:cs typeface="Arial" panose="020B0604020202020204" pitchFamily="34" charset="0"/>
                        </a:rPr>
                        <a:t>AQ’s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848327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  <a:cs typeface="Arial" panose="020B0604020202020204" pitchFamily="34" charset="0"/>
                        </a:rPr>
                        <a:t>Sleek and modern, now 30% faster, intuitive and user friendly with a revamped interface featuring 20 new capabilities for handling multiple protocols.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079096"/>
                  </a:ext>
                </a:extLst>
              </a:tr>
              <a:tr h="289415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00">
                          <a:latin typeface="+mn-lt"/>
                          <a:cs typeface="Arial" panose="020B0604020202020204" pitchFamily="34" charset="0"/>
                        </a:rPr>
                        <a:t>Auto VIN Detect Intelligence. The app seamlessly connects with the Tech Pro VCI to automatically read the VIN from the vehicles ECU.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394752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900">
                          <a:latin typeface="+mn-lt"/>
                        </a:rPr>
                        <a:t>Whether it's scanned over UDS or K line over KWP, it adapts intelligently, selecting the vehicle and variant flawlessly, ensuring 100%  reliability every time</a:t>
                      </a:r>
                      <a:endParaRPr lang="en-US" sz="9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296464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Unlocking apps, key features, diagnostics, ECU flashing, DTC library, CVN library all just a tap away.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2681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No more manual selection of flash files, no more errors.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066787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>
                          <a:latin typeface="+mn-lt"/>
                        </a:rPr>
                        <a:t>Features available - fault codes for quick diagnostics, real time battery voltage monitoring, alerts for any new ECU software updates, ECU communication status along with other key details.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818092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Vehicle health Report </a:t>
                      </a:r>
                      <a:endParaRPr lang="en-IN" sz="90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933029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Live tracking with an instinctive interface that categorises parameters for quick access to crucial data, making diagnosis effortless.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79250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>
                          <a:latin typeface="+mn-lt"/>
                        </a:rPr>
                        <a:t>Encounter a negative response?</a:t>
                      </a:r>
                      <a:r>
                        <a:rPr lang="en-GB" sz="900">
                          <a:latin typeface="+mn-lt"/>
                        </a:rPr>
                        <a:t> Just tap the info button for insights into NRC courses and unlock practical solutions with ease.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338528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Active DTCs gets displayed at the top for a quick overview in the Read DTC screen.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724728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Freeze frame allows  to view the recorded sensor data from the moment the DTC occurs. 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771209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Smart troubleshoot and view PDF for finding the sensor location, possible causes for the DTC and troubleshooting steps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783939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Guided Troubleshooting provide step by step guidance by the TVS photo map.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660689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Perform write data and IO controls with new enhanced UI.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480571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Info icon to view preconditions ensuring accurate and successful testing every time.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01591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100% Software Updates ensures all vehicles receive necessary updates as a prerequisite for job card closure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956214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Smart Campaigns -  TVS service engineers create campaigns by assigning VIN numbers via the web dashboard. No more manual ECU flashing 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657635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DMS Job Card System - Job cards can only be closed after successful flashing, ensuring complete quality, compliance and accountability.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638155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AI based enhancement has reduced flashing time by 30%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894791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Monitor critical information like VIN, battery voltage, CVN and calibration ID before and after flashing.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934579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Scan 2.0 equips technicians with real time tracking, making it easy to identify and resolve issues if flashing encounters any barrier.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942543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Quick troubleshooting with log viewing and screen recording. Troubleshooting are made simpler.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609711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+mn-lt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>
                          <a:latin typeface="+mn-lt"/>
                        </a:rPr>
                        <a:t>View and share log files. No more searching through device storage.</a:t>
                      </a:r>
                      <a:endParaRPr lang="en-IN" sz="900">
                        <a:solidFill>
                          <a:srgbClr val="003399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42215"/>
                  </a:ext>
                </a:extLst>
              </a:tr>
              <a:tr h="221883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/>
                        <a:t>Floating button is accessible across all the screens, gives quick access to log file sharing, screen recording plus a direct call to toll free number for instant support.</a:t>
                      </a:r>
                      <a:endParaRPr lang="en-IN" sz="900" dirty="0">
                        <a:solidFill>
                          <a:srgbClr val="00339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7964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07D06-A9ED-CF94-D442-19AB7482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92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939BC-F567-462D-B4F0-CDA7FA64D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E956-F362-EE9A-0B15-5197F73E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406" y="20320"/>
            <a:ext cx="7660639" cy="632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PROJECT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B5902-D467-981C-3867-F7D12255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700" y="6558077"/>
            <a:ext cx="2743200" cy="299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US" smtClean="0">
                <a:solidFill>
                  <a:srgbClr val="004A8F"/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11</a:t>
            </a:fld>
            <a:r>
              <a:rPr lang="en-US" dirty="0">
                <a:solidFill>
                  <a:srgbClr val="004A8F"/>
                </a:solidFill>
                <a:latin typeface="+mn-lt"/>
                <a:cs typeface="+mn-cs"/>
              </a:rPr>
              <a:t>        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A31B3-9596-4BD7-9DB0-864B08DF8E25}"/>
              </a:ext>
            </a:extLst>
          </p:cNvPr>
          <p:cNvSpPr txBox="1"/>
          <p:nvPr/>
        </p:nvSpPr>
        <p:spPr>
          <a:xfrm>
            <a:off x="6451600" y="1051583"/>
            <a:ext cx="574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Source Code &amp; Ownership</a:t>
            </a:r>
          </a:p>
          <a:p>
            <a:r>
              <a:rPr lang="en-GB" sz="1600" dirty="0"/>
              <a:t>Must provide </a:t>
            </a:r>
            <a:r>
              <a:rPr lang="en-GB" sz="1600" b="1" dirty="0"/>
              <a:t>complete source code</a:t>
            </a:r>
            <a:r>
              <a:rPr lang="en-GB" sz="1600" dirty="0"/>
              <a:t>, including: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Application software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Firmware (VCI)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Supporting libraries and APIs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D04DB0B6-6F72-460B-42B2-85B2D474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35" y="901607"/>
            <a:ext cx="4904605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POC (Proof of Concept) Delivery: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Complete development and delivery of initial working prototype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May</a:t>
            </a:r>
            <a:r>
              <a:rPr lang="en-US" altLang="en-US" sz="1600" dirty="0"/>
              <a:t> </a:t>
            </a:r>
            <a:r>
              <a:rPr lang="en-US" altLang="en-US" sz="1600" b="1" dirty="0"/>
              <a:t>2026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POC should include: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diagnostics functionality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VCI hardware integration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Communication with vehicle ECUs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Validation &amp; Trials: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Conduct validation at dealer level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testing in service environment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validation (diagnostics &amp; flashing)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Issue identification and resolution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Level 2 Enhancements: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 advanced features and improvements by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August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optimization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UI/UX enhancements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Additional diagnostic and flashing capabilities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24D379-0139-D36C-6F81-910D8A9F67E9}"/>
              </a:ext>
            </a:extLst>
          </p:cNvPr>
          <p:cNvSpPr txBox="1"/>
          <p:nvPr/>
        </p:nvSpPr>
        <p:spPr>
          <a:xfrm>
            <a:off x="6484754" y="2662181"/>
            <a:ext cx="45135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Knowledge Transfer (KT)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Must conduct </a:t>
            </a:r>
            <a:r>
              <a:rPr lang="en-GB" sz="1600" b="1" dirty="0"/>
              <a:t>comprehensive knowledge transfer sessions</a:t>
            </a:r>
            <a:r>
              <a:rPr lang="en-GB" sz="1600" dirty="0"/>
              <a:t> for the TVS team, covering: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System architecture (hardware &amp; software)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Code structure and logic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Diagnostic and flashing workflows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Deployment and maintenance procedures</a:t>
            </a:r>
          </a:p>
        </p:txBody>
      </p:sp>
    </p:spTree>
    <p:extLst>
      <p:ext uri="{BB962C8B-B14F-4D97-AF65-F5344CB8AC3E}">
        <p14:creationId xmlns:p14="http://schemas.microsoft.com/office/powerpoint/2010/main" val="2112892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2962-EB40-1898-CDBD-F8E0DEDE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8FEE33-F20F-185F-379F-3987FAE25768}"/>
              </a:ext>
            </a:extLst>
          </p:cNvPr>
          <p:cNvSpPr txBox="1"/>
          <p:nvPr/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91464-05C4-9139-DF5B-961E7789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489702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12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25FAC-9F2A-66A7-43FD-0DB44CFA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358"/>
            <a:ext cx="10515600" cy="315910"/>
          </a:xfrm>
        </p:spPr>
        <p:txBody>
          <a:bodyPr>
            <a:noAutofit/>
          </a:bodyPr>
          <a:lstStyle/>
          <a:p>
            <a:r>
              <a:rPr lang="en-GB" sz="2400" dirty="0"/>
              <a:t>LIST OF VEHICLE MODELS TO BE COVERED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1BBF9-F969-5280-5050-3AD4BF979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87" y="960440"/>
            <a:ext cx="4342193" cy="4956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63593-2975-5E27-6A9D-50A19405D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84" y="964517"/>
            <a:ext cx="3690676" cy="502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5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A4D2-22B6-72C0-24A2-E53CA4E9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D804-DB7D-7BCA-9B53-8124F3F8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680" y="61710"/>
            <a:ext cx="7660639" cy="5591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DATAS FOR EACH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B72AA-AE22-7AE6-E468-0341CC1E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700" y="6558077"/>
            <a:ext cx="2743200" cy="299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US" smtClean="0">
                <a:solidFill>
                  <a:srgbClr val="004A8F"/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13</a:t>
            </a:fld>
            <a:r>
              <a:rPr lang="en-US" dirty="0">
                <a:solidFill>
                  <a:srgbClr val="004A8F"/>
                </a:solidFill>
                <a:latin typeface="+mn-lt"/>
                <a:cs typeface="+mn-cs"/>
              </a:rPr>
              <a:t>              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87DCA49-DB06-4982-CBEE-2D8336214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998974"/>
            <a:ext cx="48175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Jupiter 125 Continental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CECC150-8F03-0380-E768-2B07F7E39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40" y="1368306"/>
            <a:ext cx="54178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TVS Apache RTR310 OBDIIB - Benchmarking.pptx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A9CDACA-02AF-9003-71BD-6EAC84EAD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1737638"/>
            <a:ext cx="58826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TVS Apache RR310 OBDIIB - Benchmarking.pptx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B4A80A9-3835-7643-889D-7A5358446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2106970"/>
            <a:ext cx="67868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TVS JUPITER 110 Sedemac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3D7437BD-842B-0186-CA11-BB17FACFA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2467094"/>
            <a:ext cx="60553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TVS JUPITER 110 VITESCO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6C495BB0-C822-AA76-A8D8-34ACF0482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40" y="2863120"/>
            <a:ext cx="56794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TVS Jupiter 125 Hitachi - Benchmarking.pptx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AE614CA9-A992-A834-B342-DD65168B8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40" y="3243522"/>
            <a:ext cx="50393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TVS Radeon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C037165B-BEF5-7604-1276-061BBA1F1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3592576"/>
            <a:ext cx="66344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TVS Raider 125 Bosch \u0026 Integrated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D779BE7F-2FD3-8EA9-1FD0-5BB12B04B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3975854"/>
            <a:ext cx="55880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TVS Raider IGO OBDIIB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ADB5F-F388-5C11-9355-BFF7ED3D3E2C}"/>
              </a:ext>
            </a:extLst>
          </p:cNvPr>
          <p:cNvSpPr txBox="1"/>
          <p:nvPr/>
        </p:nvSpPr>
        <p:spPr>
          <a:xfrm flipH="1">
            <a:off x="8870949" y="2501118"/>
            <a:ext cx="2110740" cy="502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79FEB48F-B6C2-E410-B720-892DF63C1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4332523"/>
            <a:ext cx="43484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TVS Sport - Benchmarking.pptx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05B4A233-A047-662A-C7DC-C849787A5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40" y="4679985"/>
            <a:ext cx="53276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2"/>
              </a:rPr>
              <a:t>TVS XL 100 - Benchmarking.pptx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B28298F-84EF-1DA4-7E5D-63073E86D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5063263"/>
            <a:ext cx="62293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TVS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iQube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 - Benchmarking.pptx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585FFE3-BC4F-EEBB-6BFF-DA3D32A15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599" y="5398062"/>
            <a:ext cx="58826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4"/>
              </a:rPr>
              <a:t>TVS Orbiter - Benchmarking.pptx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5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F086-9495-4272-F7E1-B9DFD4BC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4830-0422-A35E-71D4-6E812716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406" y="0"/>
            <a:ext cx="8293234" cy="6323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FLOW AND FEATURES TO BE ADDED - REFERENCE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DEFFF-5F01-08CB-2DE4-C053911B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8700" y="6558077"/>
            <a:ext cx="2743200" cy="2999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US" smtClean="0">
                <a:solidFill>
                  <a:srgbClr val="004A8F"/>
                </a:solidFill>
                <a:latin typeface="+mn-lt"/>
                <a:cs typeface="+mn-cs"/>
              </a:rPr>
              <a:pPr>
                <a:spcAft>
                  <a:spcPts val="600"/>
                </a:spcAft>
              </a:pPr>
              <a:t>14</a:t>
            </a:fld>
            <a:r>
              <a:rPr lang="en-US" dirty="0">
                <a:solidFill>
                  <a:srgbClr val="004A8F"/>
                </a:solidFill>
                <a:latin typeface="+mn-lt"/>
                <a:cs typeface="+mn-cs"/>
              </a:rPr>
              <a:t>               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04D76BB3-6E52-ABEF-E848-AF7CAEB2D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790" y="762001"/>
            <a:ext cx="9062720" cy="5803620"/>
          </a:xfrm>
        </p:spPr>
      </p:pic>
    </p:spTree>
    <p:extLst>
      <p:ext uri="{BB962C8B-B14F-4D97-AF65-F5344CB8AC3E}">
        <p14:creationId xmlns:p14="http://schemas.microsoft.com/office/powerpoint/2010/main" val="63026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36C65-BDAA-C58A-C105-4781E65F7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DA2C21-DAF7-F2E1-196F-9126574F693C}"/>
              </a:ext>
            </a:extLst>
          </p:cNvPr>
          <p:cNvSpPr txBox="1"/>
          <p:nvPr/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B6328-B41E-EBE1-2ECA-90824853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E635EA-281D-47C8-A0EC-B8A06226CB83}" type="slidenum">
              <a:rPr lang="en-IN" smtClean="0"/>
              <a:pPr>
                <a:spcAft>
                  <a:spcPts val="600"/>
                </a:spcAft>
              </a:pPr>
              <a:t>15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6ABC53-D809-C131-9735-C8B624B7F1E1}"/>
              </a:ext>
            </a:extLst>
          </p:cNvPr>
          <p:cNvSpPr txBox="1"/>
          <p:nvPr/>
        </p:nvSpPr>
        <p:spPr>
          <a:xfrm>
            <a:off x="4602480" y="3105834"/>
            <a:ext cx="427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36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825879"/>
      </p:ext>
    </p:extLst>
  </p:cSld>
  <p:clrMapOvr>
    <a:masterClrMapping/>
  </p:clrMapOvr>
</p:sld>
</file>

<file path=ppt/theme/theme1.xml><?xml version="1.0" encoding="utf-8"?>
<a:theme xmlns:a="http://schemas.openxmlformats.org/drawingml/2006/main" name="TVSM Official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003399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rgbClr val="003399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E9630C8DF9DB45906C9F177BF06F83" ma:contentTypeVersion="15" ma:contentTypeDescription="Create a new document." ma:contentTypeScope="" ma:versionID="ec217b32501c694effdc23716a646982">
  <xsd:schema xmlns:xsd="http://www.w3.org/2001/XMLSchema" xmlns:xs="http://www.w3.org/2001/XMLSchema" xmlns:p="http://schemas.microsoft.com/office/2006/metadata/properties" xmlns:ns2="10b456bf-27d4-4982-a89f-565ae728a7b5" xmlns:ns3="5797bc49-a221-4161-bec0-c54453d2dae8" targetNamespace="http://schemas.microsoft.com/office/2006/metadata/properties" ma:root="true" ma:fieldsID="0c72f3bc048e4842aecfb8b5bbba5f71" ns2:_="" ns3:_="">
    <xsd:import namespace="10b456bf-27d4-4982-a89f-565ae728a7b5"/>
    <xsd:import namespace="5797bc49-a221-4161-bec0-c54453d2da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b456bf-27d4-4982-a89f-565ae728a7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782e5e8-f681-4aad-bd74-641280e666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97bc49-a221-4161-bec0-c54453d2dae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b456bf-27d4-4982-a89f-565ae728a7b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459ABA-378D-48E0-A4DF-FC45A70CF2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b456bf-27d4-4982-a89f-565ae728a7b5"/>
    <ds:schemaRef ds:uri="5797bc49-a221-4161-bec0-c54453d2da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B65AFA-E313-4419-9F57-1E8A064D3317}">
  <ds:schemaRefs>
    <ds:schemaRef ds:uri="http://purl.org/dc/dcmitype/"/>
    <ds:schemaRef ds:uri="http://schemas.microsoft.com/office/2006/documentManagement/types"/>
    <ds:schemaRef ds:uri="http://purl.org/dc/elements/1.1/"/>
    <ds:schemaRef ds:uri="10b456bf-27d4-4982-a89f-565ae728a7b5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5797bc49-a221-4161-bec0-c54453d2dae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09BC83E-1C9B-417A-859E-D78FCA504E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20060</TotalTime>
  <Words>1897</Words>
  <Application>Microsoft Office PowerPoint</Application>
  <PresentationFormat>Widescreen</PresentationFormat>
  <Paragraphs>292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TVSM Official Template</vt:lpstr>
      <vt:lpstr>PowerPoint Presentation</vt:lpstr>
      <vt:lpstr>Revision History</vt:lpstr>
      <vt:lpstr>DEPLOYMENT COVERAGE &amp; DEALER NETWORK SUPPORT</vt:lpstr>
      <vt:lpstr>PROJECT ROADMAP </vt:lpstr>
      <vt:lpstr>HARDWARE COMPATIBILITY</vt:lpstr>
      <vt:lpstr>COMMERCIAL EXPECTATIONS &amp; PRICING MODEL</vt:lpstr>
      <vt:lpstr>EXPECTED SERVER CLIENT ARCHITECTURE</vt:lpstr>
      <vt:lpstr>EXPECTED CONTAINERIZED &amp; SECURE SYSTEM ARCHITECTURE</vt:lpstr>
      <vt:lpstr>EXPECTED REQUIREMENTS FOR SERVER SPECIFICATIONS</vt:lpstr>
      <vt:lpstr>AQ POINTS </vt:lpstr>
      <vt:lpstr>PROJECT TIMELINE</vt:lpstr>
      <vt:lpstr>LIST OF VEHICLE MODELS TO BE COVERED</vt:lpstr>
      <vt:lpstr>DATAS FOR EACH MODEL</vt:lpstr>
      <vt:lpstr>FLOW AND FEATURES TO BE ADDED - REFERENCE </vt:lpstr>
      <vt:lpstr>PowerPoint Presentation</vt:lpstr>
    </vt:vector>
  </TitlesOfParts>
  <Company>dentsu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 S Nivita (Intern - PED/Hosur/TVSMotor)</dc:creator>
  <cp:lastModifiedBy>S S Nivita (Intern - PED/Hosur/TVSMotor)</cp:lastModifiedBy>
  <cp:revision>40</cp:revision>
  <dcterms:created xsi:type="dcterms:W3CDTF">2023-11-17T06:10:54Z</dcterms:created>
  <dcterms:modified xsi:type="dcterms:W3CDTF">2026-04-16T07:14:21Z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847cdb-dc7c-42a2-b569-f8e7db656104_Enabled">
    <vt:lpwstr>true</vt:lpwstr>
  </property>
  <property fmtid="{D5CDD505-2E9C-101B-9397-08002B2CF9AE}" pid="3" name="MSIP_Label_b1847cdb-dc7c-42a2-b569-f8e7db656104_SetDate">
    <vt:lpwstr>2023-11-17T07:58:56Z</vt:lpwstr>
  </property>
  <property fmtid="{D5CDD505-2E9C-101B-9397-08002B2CF9AE}" pid="4" name="MSIP_Label_b1847cdb-dc7c-42a2-b569-f8e7db656104_Method">
    <vt:lpwstr>Privileged</vt:lpwstr>
  </property>
  <property fmtid="{D5CDD505-2E9C-101B-9397-08002B2CF9AE}" pid="5" name="MSIP_Label_b1847cdb-dc7c-42a2-b569-f8e7db656104_Name">
    <vt:lpwstr>External</vt:lpwstr>
  </property>
  <property fmtid="{D5CDD505-2E9C-101B-9397-08002B2CF9AE}" pid="6" name="MSIP_Label_b1847cdb-dc7c-42a2-b569-f8e7db656104_SiteId">
    <vt:lpwstr>d30feff3-78f9-476a-81e4-c71b80743988</vt:lpwstr>
  </property>
  <property fmtid="{D5CDD505-2E9C-101B-9397-08002B2CF9AE}" pid="7" name="MSIP_Label_b1847cdb-dc7c-42a2-b569-f8e7db656104_ActionId">
    <vt:lpwstr>aa87e4bd-799c-4056-ac03-b9c81197c4a1</vt:lpwstr>
  </property>
  <property fmtid="{D5CDD505-2E9C-101B-9397-08002B2CF9AE}" pid="8" name="MSIP_Label_b1847cdb-dc7c-42a2-b569-f8e7db656104_ContentBits">
    <vt:lpwstr>0</vt:lpwstr>
  </property>
  <property fmtid="{D5CDD505-2E9C-101B-9397-08002B2CF9AE}" pid="9" name="ContentTypeId">
    <vt:lpwstr>0x010100C2E9630C8DF9DB45906C9F177BF06F83</vt:lpwstr>
  </property>
  <property fmtid="{D5CDD505-2E9C-101B-9397-08002B2CF9AE}" pid="10" name="MediaServiceImageTags">
    <vt:lpwstr/>
  </property>
</Properties>
</file>